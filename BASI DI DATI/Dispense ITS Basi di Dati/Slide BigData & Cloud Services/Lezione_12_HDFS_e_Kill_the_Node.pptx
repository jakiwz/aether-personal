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34e9bfdc04bd6" /><Relationship Type="http://schemas.openxmlformats.org/officeDocument/2006/relationships/extended-properties" Target="/docProps/app.xml" Id="Rc229d366602c4e66" /><Relationship Type="http://schemas.openxmlformats.org/officeDocument/2006/relationships/officeDocument" Target="/ppt/presentation.xml" Id="R5ff46fe0e9c2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c1623a1914cb5"/>
  </p:sldMasterIdLst>
  <p:notesMasterIdLst>
    <p:notesMasterId xmlns:r="http://schemas.openxmlformats.org/officeDocument/2006/relationships" r:id="R6cf1f6cce3914de7"/>
  </p:notesMasterIdLst>
  <p:sldIdLst>
    <p:sldId xmlns:r="http://schemas.openxmlformats.org/officeDocument/2006/relationships" id="256" r:id="Rbc0312e0cbc94e1f"/>
    <p:sldId xmlns:r="http://schemas.openxmlformats.org/officeDocument/2006/relationships" id="257" r:id="Rf1b0760e5a3640a0"/>
    <p:sldId xmlns:r="http://schemas.openxmlformats.org/officeDocument/2006/relationships" id="258" r:id="R7f16bcf3294044ca"/>
    <p:sldId xmlns:r="http://schemas.openxmlformats.org/officeDocument/2006/relationships" id="259" r:id="Ra36dcd30af424056"/>
    <p:sldId xmlns:r="http://schemas.openxmlformats.org/officeDocument/2006/relationships" id="260" r:id="R6360bbd763a2466d"/>
    <p:sldId xmlns:r="http://schemas.openxmlformats.org/officeDocument/2006/relationships" id="261" r:id="Rff616e01b57c438f"/>
    <p:sldId xmlns:r="http://schemas.openxmlformats.org/officeDocument/2006/relationships" id="262" r:id="R6e9e02d0036242cd"/>
    <p:sldId xmlns:r="http://schemas.openxmlformats.org/officeDocument/2006/relationships" id="263" r:id="R50cf2ffa81494365"/>
    <p:sldId xmlns:r="http://schemas.openxmlformats.org/officeDocument/2006/relationships" id="264" r:id="R89b4bee4d2df4cdb"/>
    <p:sldId xmlns:r="http://schemas.openxmlformats.org/officeDocument/2006/relationships" id="265" r:id="R94206a0bbf104e01"/>
    <p:sldId xmlns:r="http://schemas.openxmlformats.org/officeDocument/2006/relationships" id="266" r:id="R1c8bfa3c6fb747d9"/>
    <p:sldId xmlns:r="http://schemas.openxmlformats.org/officeDocument/2006/relationships" id="267" r:id="Red4d5e2dc18e4ee1"/>
    <p:sldId xmlns:r="http://schemas.openxmlformats.org/officeDocument/2006/relationships" id="268" r:id="R5ca9e20daa5a4308"/>
    <p:sldId xmlns:r="http://schemas.openxmlformats.org/officeDocument/2006/relationships" id="269" r:id="Re8c5c216255347c3"/>
    <p:sldId xmlns:r="http://schemas.openxmlformats.org/officeDocument/2006/relationships" id="270" r:id="R55a1b4f2787c48e3"/>
    <p:sldId xmlns:r="http://schemas.openxmlformats.org/officeDocument/2006/relationships" id="271" r:id="Re552631a1bb34651"/>
    <p:sldId xmlns:r="http://schemas.openxmlformats.org/officeDocument/2006/relationships" id="272" r:id="Ra76595a877914413"/>
    <p:sldId xmlns:r="http://schemas.openxmlformats.org/officeDocument/2006/relationships" id="273" r:id="Rd160cbaa2aa4486a"/>
    <p:sldId xmlns:r="http://schemas.openxmlformats.org/officeDocument/2006/relationships" id="274" r:id="Rbf12d80456834cee"/>
    <p:sldId xmlns:r="http://schemas.openxmlformats.org/officeDocument/2006/relationships" id="275" r:id="Re319bf55e69a4e07"/>
    <p:sldId xmlns:r="http://schemas.openxmlformats.org/officeDocument/2006/relationships" id="276" r:id="Rd56251eb34c242b3"/>
    <p:sldId xmlns:r="http://schemas.openxmlformats.org/officeDocument/2006/relationships" id="277" r:id="R18301b109f474c17"/>
    <p:sldId xmlns:r="http://schemas.openxmlformats.org/officeDocument/2006/relationships" id="278" r:id="R5ea987326cf74170"/>
    <p:sldId xmlns:r="http://schemas.openxmlformats.org/officeDocument/2006/relationships" id="279" r:id="R255b60ccd38e46b5"/>
    <p:sldId xmlns:r="http://schemas.openxmlformats.org/officeDocument/2006/relationships" id="280" r:id="R31167dc43bfd46a8"/>
    <p:sldId xmlns:r="http://schemas.openxmlformats.org/officeDocument/2006/relationships" id="281" r:id="R8f14eb93566e44bf"/>
    <p:sldId xmlns:r="http://schemas.openxmlformats.org/officeDocument/2006/relationships" id="282" r:id="R70c55521d40e454c"/>
    <p:sldId xmlns:r="http://schemas.openxmlformats.org/officeDocument/2006/relationships" id="283" r:id="R4c7ce37828b844bb"/>
    <p:sldId xmlns:r="http://schemas.openxmlformats.org/officeDocument/2006/relationships" id="284" r:id="Rdcd965d43f2442a0"/>
    <p:sldId xmlns:r="http://schemas.openxmlformats.org/officeDocument/2006/relationships" id="285" r:id="R7a2da4800fa64f8a"/>
    <p:sldId xmlns:r="http://schemas.openxmlformats.org/officeDocument/2006/relationships" id="286" r:id="R214c922cea9e43df"/>
    <p:sldId xmlns:r="http://schemas.openxmlformats.org/officeDocument/2006/relationships" id="287" r:id="R1677e8519e884007"/>
    <p:sldId xmlns:r="http://schemas.openxmlformats.org/officeDocument/2006/relationships" id="288" r:id="R0357cb63f8504fd8"/>
    <p:sldId xmlns:r="http://schemas.openxmlformats.org/officeDocument/2006/relationships" id="289" r:id="R15f10478406d4d06"/>
    <p:sldId xmlns:r="http://schemas.openxmlformats.org/officeDocument/2006/relationships" id="290" r:id="R5dc3df61fa7645c6"/>
    <p:sldId xmlns:r="http://schemas.openxmlformats.org/officeDocument/2006/relationships" id="291" r:id="R5b6f5b7549fe41d6"/>
    <p:sldId xmlns:r="http://schemas.openxmlformats.org/officeDocument/2006/relationships" id="292" r:id="Rf531e2368c0a46a9"/>
    <p:sldId xmlns:r="http://schemas.openxmlformats.org/officeDocument/2006/relationships" id="293" r:id="Rd081237f01634c21"/>
    <p:sldId xmlns:r="http://schemas.openxmlformats.org/officeDocument/2006/relationships" id="294" r:id="R2c288600d57a47fe"/>
    <p:sldId xmlns:r="http://schemas.openxmlformats.org/officeDocument/2006/relationships" id="295" r:id="R52e927a9b7a64556"/>
    <p:sldId xmlns:r="http://schemas.openxmlformats.org/officeDocument/2006/relationships" id="296" r:id="R162106670896454b"/>
    <p:sldId xmlns:r="http://schemas.openxmlformats.org/officeDocument/2006/relationships" id="297" r:id="Rabdcc9c046554424"/>
    <p:sldId xmlns:r="http://schemas.openxmlformats.org/officeDocument/2006/relationships" id="298" r:id="R13a1f66ccc284417"/>
    <p:sldId xmlns:r="http://schemas.openxmlformats.org/officeDocument/2006/relationships" id="299" r:id="R8f9014fc225149fd"/>
    <p:sldId xmlns:r="http://schemas.openxmlformats.org/officeDocument/2006/relationships" id="300" r:id="Re97d068396a743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88af3d83a4497" /><Relationship Type="http://schemas.openxmlformats.org/officeDocument/2006/relationships/slideMaster" Target="/ppt/slideMasters/slideMaster1.xml" Id="R467c1623a1914cb5" /><Relationship Type="http://schemas.openxmlformats.org/officeDocument/2006/relationships/notesMaster" Target="/ppt/notesMasters/notesMaster1.xml" Id="R6cf1f6cce3914de7" /><Relationship Type="http://schemas.openxmlformats.org/officeDocument/2006/relationships/presProps" Target="/ppt/presProps.xml" Id="R03a17fd2e81d4caa" /><Relationship Type="http://schemas.openxmlformats.org/officeDocument/2006/relationships/tableStyles" Target="/ppt/tableStyles.xml" Id="R7155486d5d5d4c98" /><Relationship Type="http://schemas.openxmlformats.org/officeDocument/2006/relationships/slide" Target="/ppt/slides/slide1.xml" Id="Rbc0312e0cbc94e1f" /><Relationship Type="http://schemas.openxmlformats.org/officeDocument/2006/relationships/slide" Target="/ppt/slides/slide2.xml" Id="Rf1b0760e5a3640a0" /><Relationship Type="http://schemas.openxmlformats.org/officeDocument/2006/relationships/slide" Target="/ppt/slides/slide3.xml" Id="R7f16bcf3294044ca" /><Relationship Type="http://schemas.openxmlformats.org/officeDocument/2006/relationships/slide" Target="/ppt/slides/slide4.xml" Id="Ra36dcd30af424056" /><Relationship Type="http://schemas.openxmlformats.org/officeDocument/2006/relationships/slide" Target="/ppt/slides/slide5.xml" Id="R6360bbd763a2466d" /><Relationship Type="http://schemas.openxmlformats.org/officeDocument/2006/relationships/slide" Target="/ppt/slides/slide6.xml" Id="Rff616e01b57c438f" /><Relationship Type="http://schemas.openxmlformats.org/officeDocument/2006/relationships/slide" Target="/ppt/slides/slide7.xml" Id="R6e9e02d0036242cd" /><Relationship Type="http://schemas.openxmlformats.org/officeDocument/2006/relationships/slide" Target="/ppt/slides/slide8.xml" Id="R50cf2ffa81494365" /><Relationship Type="http://schemas.openxmlformats.org/officeDocument/2006/relationships/slide" Target="/ppt/slides/slide9.xml" Id="R89b4bee4d2df4cdb" /><Relationship Type="http://schemas.openxmlformats.org/officeDocument/2006/relationships/slide" Target="/ppt/slides/slide10.xml" Id="R94206a0bbf104e01" /><Relationship Type="http://schemas.openxmlformats.org/officeDocument/2006/relationships/slide" Target="/ppt/slides/slide11.xml" Id="R1c8bfa3c6fb747d9" /><Relationship Type="http://schemas.openxmlformats.org/officeDocument/2006/relationships/slide" Target="/ppt/slides/slide12.xml" Id="Red4d5e2dc18e4ee1" /><Relationship Type="http://schemas.openxmlformats.org/officeDocument/2006/relationships/slide" Target="/ppt/slides/slide13.xml" Id="R5ca9e20daa5a4308" /><Relationship Type="http://schemas.openxmlformats.org/officeDocument/2006/relationships/slide" Target="/ppt/slides/slide14.xml" Id="Re8c5c216255347c3" /><Relationship Type="http://schemas.openxmlformats.org/officeDocument/2006/relationships/slide" Target="/ppt/slides/slide15.xml" Id="R55a1b4f2787c48e3" /><Relationship Type="http://schemas.openxmlformats.org/officeDocument/2006/relationships/slide" Target="/ppt/slides/slide16.xml" Id="Re552631a1bb34651" /><Relationship Type="http://schemas.openxmlformats.org/officeDocument/2006/relationships/slide" Target="/ppt/slides/slide17.xml" Id="Ra76595a877914413" /><Relationship Type="http://schemas.openxmlformats.org/officeDocument/2006/relationships/slide" Target="/ppt/slides/slide18.xml" Id="Rd160cbaa2aa4486a" /><Relationship Type="http://schemas.openxmlformats.org/officeDocument/2006/relationships/slide" Target="/ppt/slides/slide19.xml" Id="Rbf12d80456834cee" /><Relationship Type="http://schemas.openxmlformats.org/officeDocument/2006/relationships/slide" Target="/ppt/slides/slide20.xml" Id="Re319bf55e69a4e07" /><Relationship Type="http://schemas.openxmlformats.org/officeDocument/2006/relationships/slide" Target="/ppt/slides/slide21.xml" Id="Rd56251eb34c242b3" /><Relationship Type="http://schemas.openxmlformats.org/officeDocument/2006/relationships/slide" Target="/ppt/slides/slide22.xml" Id="R18301b109f474c17" /><Relationship Type="http://schemas.openxmlformats.org/officeDocument/2006/relationships/slide" Target="/ppt/slides/slide23.xml" Id="R5ea987326cf74170" /><Relationship Type="http://schemas.openxmlformats.org/officeDocument/2006/relationships/slide" Target="/ppt/slides/slide24.xml" Id="R255b60ccd38e46b5" /><Relationship Type="http://schemas.openxmlformats.org/officeDocument/2006/relationships/slide" Target="/ppt/slides/slide25.xml" Id="R31167dc43bfd46a8" /><Relationship Type="http://schemas.openxmlformats.org/officeDocument/2006/relationships/slide" Target="/ppt/slides/slide26.xml" Id="R8f14eb93566e44bf" /><Relationship Type="http://schemas.openxmlformats.org/officeDocument/2006/relationships/slide" Target="/ppt/slides/slide27.xml" Id="R70c55521d40e454c" /><Relationship Type="http://schemas.openxmlformats.org/officeDocument/2006/relationships/slide" Target="/ppt/slides/slide28.xml" Id="R4c7ce37828b844bb" /><Relationship Type="http://schemas.openxmlformats.org/officeDocument/2006/relationships/slide" Target="/ppt/slides/slide29.xml" Id="Rdcd965d43f2442a0" /><Relationship Type="http://schemas.openxmlformats.org/officeDocument/2006/relationships/slide" Target="/ppt/slides/slide30.xml" Id="R7a2da4800fa64f8a" /><Relationship Type="http://schemas.openxmlformats.org/officeDocument/2006/relationships/slide" Target="/ppt/slides/slide31.xml" Id="R214c922cea9e43df" /><Relationship Type="http://schemas.openxmlformats.org/officeDocument/2006/relationships/slide" Target="/ppt/slides/slide32.xml" Id="R1677e8519e884007" /><Relationship Type="http://schemas.openxmlformats.org/officeDocument/2006/relationships/slide" Target="/ppt/slides/slide33.xml" Id="R0357cb63f8504fd8" /><Relationship Type="http://schemas.openxmlformats.org/officeDocument/2006/relationships/slide" Target="/ppt/slides/slide34.xml" Id="R15f10478406d4d06" /><Relationship Type="http://schemas.openxmlformats.org/officeDocument/2006/relationships/slide" Target="/ppt/slides/slide35.xml" Id="R5dc3df61fa7645c6" /><Relationship Type="http://schemas.openxmlformats.org/officeDocument/2006/relationships/slide" Target="/ppt/slides/slide36.xml" Id="R5b6f5b7549fe41d6" /><Relationship Type="http://schemas.openxmlformats.org/officeDocument/2006/relationships/slide" Target="/ppt/slides/slide37.xml" Id="Rf531e2368c0a46a9" /><Relationship Type="http://schemas.openxmlformats.org/officeDocument/2006/relationships/slide" Target="/ppt/slides/slide38.xml" Id="Rd081237f01634c21" /><Relationship Type="http://schemas.openxmlformats.org/officeDocument/2006/relationships/slide" Target="/ppt/slides/slide39.xml" Id="R2c288600d57a47fe" /><Relationship Type="http://schemas.openxmlformats.org/officeDocument/2006/relationships/slide" Target="/ppt/slides/slide40.xml" Id="R52e927a9b7a64556" /><Relationship Type="http://schemas.openxmlformats.org/officeDocument/2006/relationships/slide" Target="/ppt/slides/slide41.xml" Id="R162106670896454b" /><Relationship Type="http://schemas.openxmlformats.org/officeDocument/2006/relationships/slide" Target="/ppt/slides/slide42.xml" Id="Rabdcc9c046554424" /><Relationship Type="http://schemas.openxmlformats.org/officeDocument/2006/relationships/slide" Target="/ppt/slides/slide43.xml" Id="R13a1f66ccc284417" /><Relationship Type="http://schemas.openxmlformats.org/officeDocument/2006/relationships/slide" Target="/ppt/slides/slide44.xml" Id="R8f9014fc225149fd" /><Relationship Type="http://schemas.openxmlformats.org/officeDocument/2006/relationships/slide" Target="/ppt/slides/slide45.xml" Id="Re97d068396a743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5dc119ebf6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2ad3112b04040" /><Relationship Type="http://schemas.openxmlformats.org/officeDocument/2006/relationships/notesMaster" Target="/ppt/notesMasters/notesMaster1.xml" Id="R44ee15a31f06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dae37c1c9e4e86" /><Relationship Type="http://schemas.openxmlformats.org/officeDocument/2006/relationships/notesMaster" Target="/ppt/notesMasters/notesMaster1.xml" Id="Ra4c2b98d6fde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cac3f397d44de" /><Relationship Type="http://schemas.openxmlformats.org/officeDocument/2006/relationships/notesMaster" Target="/ppt/notesMasters/notesMaster1.xml" Id="Rb4acc65c32c2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5de3cf2e3147c6" /><Relationship Type="http://schemas.openxmlformats.org/officeDocument/2006/relationships/notesMaster" Target="/ppt/notesMasters/notesMaster1.xml" Id="R8f1a7983bc13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a74aab52a64348" /><Relationship Type="http://schemas.openxmlformats.org/officeDocument/2006/relationships/notesMaster" Target="/ppt/notesMasters/notesMaster1.xml" Id="Rdf0afa1687c1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54a9d33744204" /><Relationship Type="http://schemas.openxmlformats.org/officeDocument/2006/relationships/notesMaster" Target="/ppt/notesMasters/notesMaster1.xml" Id="Rbfd752fcc3ee47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9dc8995464832" /><Relationship Type="http://schemas.openxmlformats.org/officeDocument/2006/relationships/notesMaster" Target="/ppt/notesMasters/notesMaster1.xml" Id="Rb777ccb2b7d447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6cb57998de4ac4" /><Relationship Type="http://schemas.openxmlformats.org/officeDocument/2006/relationships/notesMaster" Target="/ppt/notesMasters/notesMaster1.xml" Id="Rd3cc95ea582e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ce2d1456da438e" /><Relationship Type="http://schemas.openxmlformats.org/officeDocument/2006/relationships/notesMaster" Target="/ppt/notesMasters/notesMaster1.xml" Id="R0a2d1ec0c5d744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a5ece0ccb4c39" /><Relationship Type="http://schemas.openxmlformats.org/officeDocument/2006/relationships/notesMaster" Target="/ppt/notesMasters/notesMaster1.xml" Id="R354dc06b38df4d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3fc7fa458c43c5" /><Relationship Type="http://schemas.openxmlformats.org/officeDocument/2006/relationships/notesMaster" Target="/ppt/notesMasters/notesMaster1.xml" Id="R5226c88f60264b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f2c1a327d145cc" /><Relationship Type="http://schemas.openxmlformats.org/officeDocument/2006/relationships/notesMaster" Target="/ppt/notesMasters/notesMaster1.xml" Id="Ra559c27c9b7c48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dd552134104d34" /><Relationship Type="http://schemas.openxmlformats.org/officeDocument/2006/relationships/notesMaster" Target="/ppt/notesMasters/notesMaster1.xml" Id="Rcf8beb4e4502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9bff81d7fb457f" /><Relationship Type="http://schemas.openxmlformats.org/officeDocument/2006/relationships/notesMaster" Target="/ppt/notesMasters/notesMaster1.xml" Id="R1d231300074f45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6ed0084d224688" /><Relationship Type="http://schemas.openxmlformats.org/officeDocument/2006/relationships/notesMaster" Target="/ppt/notesMasters/notesMaster1.xml" Id="R1b5cc0c77b9a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f9e635e85a4171" /><Relationship Type="http://schemas.openxmlformats.org/officeDocument/2006/relationships/notesMaster" Target="/ppt/notesMasters/notesMaster1.xml" Id="Rac654bc5f55541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31e0767ba04618" /><Relationship Type="http://schemas.openxmlformats.org/officeDocument/2006/relationships/notesMaster" Target="/ppt/notesMasters/notesMaster1.xml" Id="R3ab69e33502f45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b01f90026246c6" /><Relationship Type="http://schemas.openxmlformats.org/officeDocument/2006/relationships/notesMaster" Target="/ppt/notesMasters/notesMaster1.xml" Id="R48d92e5b27df4d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768cab5df544f4" /><Relationship Type="http://schemas.openxmlformats.org/officeDocument/2006/relationships/notesMaster" Target="/ppt/notesMasters/notesMaster1.xml" Id="Rce301f477a1a49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59923ca0ab449e" /><Relationship Type="http://schemas.openxmlformats.org/officeDocument/2006/relationships/notesMaster" Target="/ppt/notesMasters/notesMaster1.xml" Id="Rd7bca0cbe2fc41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5a60eb82b94570" /><Relationship Type="http://schemas.openxmlformats.org/officeDocument/2006/relationships/notesMaster" Target="/ppt/notesMasters/notesMaster1.xml" Id="R035dfd66b23a41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8740a7c6a84acb" /><Relationship Type="http://schemas.openxmlformats.org/officeDocument/2006/relationships/notesMaster" Target="/ppt/notesMasters/notesMaster1.xml" Id="Rbdd0edf6177740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2e2f620ee74310" /><Relationship Type="http://schemas.openxmlformats.org/officeDocument/2006/relationships/notesMaster" Target="/ppt/notesMasters/notesMaster1.xml" Id="R89bafb6fa7a042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0445706a7b41a9" /><Relationship Type="http://schemas.openxmlformats.org/officeDocument/2006/relationships/notesMaster" Target="/ppt/notesMasters/notesMaster1.xml" Id="R28d123bceb7944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6ce239598c4f70" /><Relationship Type="http://schemas.openxmlformats.org/officeDocument/2006/relationships/notesMaster" Target="/ppt/notesMasters/notesMaster1.xml" Id="R46b6f0e32b5343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0238218dcc4057" /><Relationship Type="http://schemas.openxmlformats.org/officeDocument/2006/relationships/notesMaster" Target="/ppt/notesMasters/notesMaster1.xml" Id="R2b9e822b67784a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c3061a0018740cb" /><Relationship Type="http://schemas.openxmlformats.org/officeDocument/2006/relationships/notesMaster" Target="/ppt/notesMasters/notesMaster1.xml" Id="R53c84700ded247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5352e789fa44d1" /><Relationship Type="http://schemas.openxmlformats.org/officeDocument/2006/relationships/notesMaster" Target="/ppt/notesMasters/notesMaster1.xml" Id="R3e76e0f79c4e4de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846a4e42094b71" /><Relationship Type="http://schemas.openxmlformats.org/officeDocument/2006/relationships/notesMaster" Target="/ppt/notesMasters/notesMaster1.xml" Id="R94ebe8e99a8c49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18c745c3ea459d" /><Relationship Type="http://schemas.openxmlformats.org/officeDocument/2006/relationships/notesMaster" Target="/ppt/notesMasters/notesMaster1.xml" Id="Ra2dcfa7ccfab492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0dc9bdfae7c44de" /><Relationship Type="http://schemas.openxmlformats.org/officeDocument/2006/relationships/notesMaster" Target="/ppt/notesMasters/notesMaster1.xml" Id="Rb36596836bd141f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fe59c1ece5b456f" /><Relationship Type="http://schemas.openxmlformats.org/officeDocument/2006/relationships/notesMaster" Target="/ppt/notesMasters/notesMaster1.xml" Id="R3f00a0a88d4344b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8e16c3ba0bc48d8" /><Relationship Type="http://schemas.openxmlformats.org/officeDocument/2006/relationships/notesMaster" Target="/ppt/notesMasters/notesMaster1.xml" Id="Ra52c2648aa2245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85bb4acd784756" /><Relationship Type="http://schemas.openxmlformats.org/officeDocument/2006/relationships/notesMaster" Target="/ppt/notesMasters/notesMaster1.xml" Id="R3d4a8d37a94e4d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ff1d426a2d4436" /><Relationship Type="http://schemas.openxmlformats.org/officeDocument/2006/relationships/notesMaster" Target="/ppt/notesMasters/notesMaster1.xml" Id="R16361c02be2c4d3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1d80f7177841bd" /><Relationship Type="http://schemas.openxmlformats.org/officeDocument/2006/relationships/notesMaster" Target="/ppt/notesMasters/notesMaster1.xml" Id="R1069d50c5d404cb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ff6ecbfaa6b4856" /><Relationship Type="http://schemas.openxmlformats.org/officeDocument/2006/relationships/notesMaster" Target="/ppt/notesMasters/notesMaster1.xml" Id="R968743a18e914f8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e84b64b79f4ce8" /><Relationship Type="http://schemas.openxmlformats.org/officeDocument/2006/relationships/notesMaster" Target="/ppt/notesMasters/notesMaster1.xml" Id="R6e56369e7f9b401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8451cbe4b174f9a" /><Relationship Type="http://schemas.openxmlformats.org/officeDocument/2006/relationships/notesMaster" Target="/ppt/notesMasters/notesMaster1.xml" Id="Rc3ee61432f1842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cb0ba1e5864472" /><Relationship Type="http://schemas.openxmlformats.org/officeDocument/2006/relationships/notesMaster" Target="/ppt/notesMasters/notesMaster1.xml" Id="Rfa03b735bc31431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7129d858e342ba" /><Relationship Type="http://schemas.openxmlformats.org/officeDocument/2006/relationships/notesMaster" Target="/ppt/notesMasters/notesMaster1.xml" Id="R5632f72e7d694ae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6ddfd789834cb6" /><Relationship Type="http://schemas.openxmlformats.org/officeDocument/2006/relationships/notesMaster" Target="/ppt/notesMasters/notesMaster1.xml" Id="R9c62167bad64487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50895ee54d640bd" /><Relationship Type="http://schemas.openxmlformats.org/officeDocument/2006/relationships/notesMaster" Target="/ppt/notesMasters/notesMaster1.xml" Id="R768b1f824a3f412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5e0a0bfc3774b7b" /><Relationship Type="http://schemas.openxmlformats.org/officeDocument/2006/relationships/notesMaster" Target="/ppt/notesMasters/notesMaster1.xml" Id="Rb209a8324fdc43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406b7b7594c4196" /><Relationship Type="http://schemas.openxmlformats.org/officeDocument/2006/relationships/notesMaster" Target="/ppt/notesMasters/notesMaster1.xml" Id="Rd9e59f545c35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immediatamente la lezione al file caricato in HDFS nella Lezione 11: oggi lo seguiremo dal nome logico ai blocchi fisici, fino alla morte controllata di un DataNode.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Lascia rispondere senza correggere subito. Cerca tre idee: il file viene spezzato, esistono copie e qualcuno mantiene la mappa. Queste diventeranno blocchi, replica e NameNode.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soltanto i tre ruoli necessari. YARN e MapReduce restano fuori fuoco: questa giornata riguarda il filesystem e il percorso dei dati.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Definisci HDFS partendo da ciò che gli studenti riconoscono: namespace gerarchico e comandi da filesystem. La differenza è nella rappresentazione fisica distribuita.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Queste assunzioni spiegano quasi tutte le scelte successive. HDFS privilegia banda aggregata e streaming access più della bassa latenza interattiva.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l’idea “distribuito = migliore per tutto”. Il design write-once-read-many e l’overhead dei metadata rendono HDFS adatto a un insieme preciso di carichi.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l’utente lavora con path, non con nomi di DataNode. Il NameNode mantiene questa vista logica e la collega alla distribuzione fisica.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confondere i blocchi HDFS con le partizioni logiche di un database. Sono unità di storage e trasferimento; il NameNode sa a quale file e offset appartengono.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notare che non bisogna ricopiare un file multi-terabyte intero dopo ogni guasto. HDFS ragiona per blocchi e recupera solo le unità sotto-replicate.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usa 128 MB come block size tipico. Chiarisci che è configurabile e che l’ultimo blocco non deve essere pieno.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il falso calcolo secondo cui ogni ultimo blocco consuma sempre l’intera block size. Distingui dimensione logica e spazio fisico con replica e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il problema non è soltanto lo spazio: ogni file e blocco aggiunge oggetti nel namespace e nella mappa in memoria. Compattazione e formati container possono aiutare.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Rafforza la distinzione control plane/data plane. Il NameNode mantiene la vista globale e prende decisioni di placement e replica; i dati utente non lo attraversano.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DataNode non conosce il nome logico del file come lo vede l’utente: conserva file di blocco locali e riferisce l’inventario al NameNode.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tracciare con il dito i due percorsi. Il client parla al NameNode per le localizzazioni, poi comunica direttamente con i DataNode per i byte.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tabella è un modello didattico, non una schermata reale. Mostra le due direzioni: dal file ai blocchi e dai blocchi ai DataNode.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fattore di replica indica quante copie desiderate di ciascun blocco HDFS devono esistere. Non è necessariamente identico per tutti i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la formula come stima. Precisa che storage reale include checksum, metadata, copie temporanee e overhead del filesystem locale.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la policy di default in modo concettuale: con RF 3, HDFS tende a distribuire le copie su nodi e rack diversi, bilanciando costo di scrittura, affidabilità e banda. Evita di trasformarla in una regola immutabile.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HDFS prova a soddisfare la lettura dalla replica più vicina: locale, stesso rack o data center locale prima di una copia remota.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la confusione più comune: heartbeat è liveness; block report è inventario. Il NameNode ha bisogno di entrambi per decidere.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 una vista d’insieme prima di entrare nei passaggi. La replica avviene durante la scrittura tramite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client negozia il namespace e chiede i target di replica. Il NameNode verifica il percorso, applica le policy e restituisce una pipeline; non riceve il payload.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il pipelining: il primo DataNode riceve porzioni, le scrive e le inoltra al secondo; il secondo fa lo stesso verso il terzo.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entrare nei dettagli interni dei packet. L’idea da trattenere è che il flusso dati va downstream e le conferme risalgono la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Mantieni il livello concettuale. La pipeline viene riconfigurata; il NameNode conserva lo stato del blocco e può scegliere un nuovo target per recuperare il fattore di replica.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client ottiene le localizzazioni dei blocchi, ordinate per prossimità, e apre lo stream verso i DataNode. Se una replica fallisce o è corrotta, può provarne un’altra.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HDFS calcola e verifica checksum dei blocchi. In caso di mismatch il client può leggere un’altra replica e il sistema può sostituire quella corrotta.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la formula troppo rigida “non si può mai modificare”: append e truncate esistono. Il punto è che HDFS non è progettato per update casuali in-place e writer concorrenti.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il log di transazioni e l’immagine del namespace. All’avvio il NameNode ricostruisce lo stato applicando l’EditLog alla FsImage.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l’equivoco sul SecondaryNameNode: il checkpoint non è automaticamente un NameNode standby e non sostituisce backup, snapshot o alta disponibilità.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- Apache Hadoop 3.5.0 — NameNode High Availability with QJM: https://hadoop.apache.org/docs/current/hadoop-project-dist/hadoop-hdfs/HDFSHighAvailabilityWithQJM.html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All’avvio il NameNode evita di replicare prematuramente prima di conoscere i blocchi già presenti. Nel laboratorio entreremo manualmente in SafeMode per congelare il recovery e osservarlo.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- Apache Hadoop 3.5.0 — HDFS Users Guide: https://hadoop.apache.org/docs/current/hadoop-project-dist/hadoop-hdfs/HdfsUserGuide.html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HA soltanto come architettura concettuale. In produzione la soluzione QJM con JournalNodes è il percorso raccomandato dalla documentazione per il log condiviso.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- Apache Hadoop 3.5.0 — NameNode High Availability with QJM: https://hadoop.apache.org/docs/current/hadoop-project-dist/hadoop-hdfs/HDFSHighAvailabilityWithQJM.html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attribuire tutto alla replica. Checksum, placement, HA, snapshot e procedure operative proteggono rischi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segnala un timeout conservativamente lungo, oltre dieci minuti per default. Nel laboratorio ridurremo gli intervalli esclusivamente per osservare il comportamento senza una lunga attesa.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identificare esattamente quali blocchi sono sotto-replicati. Il file può rimanere leggibile, ma la ridondanza desiderata è diminuita.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NameNode monitora il fattore di replica e avvia nuove copie quando un blocco scende sotto il valore richiesto. Il payload fluisce tra DataNode.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balancer non è la prima risposta a un blocco mancante. Prima serve capire replica e placement; il balancer gestisce distribuzione della capacità.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Users Guide: https://hadoop.apache.org/docs/current/hadoop-project-dist/hadoop-hdfs/HdfsUserGuide.html</a:t>
            </a:r>
          </a:p>
          <a:p xmlns:a="http://schemas.openxmlformats.org/drawingml/2006/main">
            <a:r>
              <a:t>- Apache Hadoop 3.5.0 — HDFS Commands Guide: https://hadoop.apache.org/docs/current/hadoop-project-dist/hadoop-hdfs/HDFSCommands.html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esempi concreti: delete involontario, ransomware con credenziali valide, pipeline che sovrascrive un output. Repliche, snapshot e backup rispondono a rischi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superficie risponde a una domanda diversa. Nel laboratorio non basta uno screenshot: ogni evidenza deve essere interpretata.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Commands Guide: https://hadoop.apache.org/docs/current/hadoop-project-dist/hadoop-hdfs/HDFSCommands.html</a:t>
            </a:r>
          </a:p>
          <a:p xmlns:a="http://schemas.openxmlformats.org/drawingml/2006/main">
            <a:r>
              <a:t>- Apache Hadoop 3.5.0 — File System Shell Guide: https://hadoop.apache.org/docs/current/hadoop-project-dist/hadoop-common/FileSystemShell.html</a:t>
            </a:r>
          </a:p>
          <a:p xmlns:a="http://schemas.openxmlformats.org/drawingml/2006/main">
            <a:r>
              <a:t>- Apache Hadoop 3.5.0 — Single Node Setup: https://hadoop.apache.org/docs/current/hadoop-project-dist/hadoop-common/SingleCluster.html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 tra hdfs dfs, che lavora sul namespace, hdfs fsck, che verifica i blocchi, e hdfs dfsadmin, destinato all’amministrazione.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Commands Guide: https://hadoop.apache.org/docs/current/hadoop-project-dist/hadoop-hdfs/HDFSCommands.html</a:t>
            </a:r>
          </a:p>
          <a:p xmlns:a="http://schemas.openxmlformats.org/drawingml/2006/main">
            <a:r>
              <a:t>- Apache Hadoop 3.5.0 — File System Shell Guide: https://hadoop.apache.org/docs/current/hadoop-project-dist/hadoop-common/FileSystemShell.html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guida contiene Docker Compose, configurazione e comandi. Tre DataNode con RF 2 consentono ai due superstiti di ricostruire le copie perse.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official container image: https://hub.docker.com/r/apache/hadoop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SafeMode è usato didatticamente per evitare che la re-replication sia già terminata prima dell’osservazione. Dopo le prove, si esce e si misura il recupero.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- Apache Hadoop 3.5.0 — HDFS Users Guide: https://hadoop.apache.org/docs/current/hadoop-project-dist/hadoop-hdfs/HdfsUserGuide.html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 ogni evidenza gli studenti registrano comando o UI, osservazione e spiegazione causale. La guida include baseline e troubleshooting.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con l’exit ticket: “Se RF è 2 e restano soltanto due DataNode, che cosa può e non può garantire il cluster?”. Porta la risposta verso la necessità di capacity e verso MapReduce.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64309b48f4f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141d1cde124bb7" /><Relationship Type="http://schemas.openxmlformats.org/officeDocument/2006/relationships/slideLayout" Target="/ppt/slideLayouts/slideLayout1.xml" Id="R8d41f05f9209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41f05f9209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6dc51cbb64ee3" /><Relationship Type="http://schemas.openxmlformats.org/officeDocument/2006/relationships/notesSlide" Target="/ppt/notesSlides/notesSlide1.xml" Id="R0e7a4b9db40548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d85b110e4c26" /><Relationship Type="http://schemas.openxmlformats.org/officeDocument/2006/relationships/notesSlide" Target="/ppt/notesSlides/notesSlide2.xml" Id="R9b315de750ec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13f073364dc9" /><Relationship Type="http://schemas.openxmlformats.org/officeDocument/2006/relationships/notesSlide" Target="/ppt/notesSlides/notesSlide3.xml" Id="R87a7cf8296cb49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4e440933249f9" /><Relationship Type="http://schemas.openxmlformats.org/officeDocument/2006/relationships/notesSlide" Target="/ppt/notesSlides/notesSlide4.xml" Id="R8e84cac4fc7941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715a7f4954ff9" /><Relationship Type="http://schemas.openxmlformats.org/officeDocument/2006/relationships/notesSlide" Target="/ppt/notesSlides/notesSlide5.xml" Id="R38b25a12c75f4c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e919df6f462e" /><Relationship Type="http://schemas.openxmlformats.org/officeDocument/2006/relationships/notesSlide" Target="/ppt/notesSlides/notesSlide6.xml" Id="R18b5e5d6971e4c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4d4638bc64992" /><Relationship Type="http://schemas.openxmlformats.org/officeDocument/2006/relationships/notesSlide" Target="/ppt/notesSlides/notesSlide7.xml" Id="Ref4b1ac081e64b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798536a634b3b" /><Relationship Type="http://schemas.openxmlformats.org/officeDocument/2006/relationships/notesSlide" Target="/ppt/notesSlides/notesSlide8.xml" Id="R482e0b63bc63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52edaa714501" /><Relationship Type="http://schemas.openxmlformats.org/officeDocument/2006/relationships/notesSlide" Target="/ppt/notesSlides/notesSlide9.xml" Id="Re6c30bbc0bfa4b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6b94be1864daa" /><Relationship Type="http://schemas.openxmlformats.org/officeDocument/2006/relationships/notesSlide" Target="/ppt/notesSlides/notesSlide10.xml" Id="R9b5a68cc94844b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c0b4e7660480d" /><Relationship Type="http://schemas.openxmlformats.org/officeDocument/2006/relationships/notesSlide" Target="/ppt/notesSlides/notesSlide11.xml" Id="R3b39c4abd39b40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98dd65b764f7d" /><Relationship Type="http://schemas.openxmlformats.org/officeDocument/2006/relationships/notesSlide" Target="/ppt/notesSlides/notesSlide12.xml" Id="Ref096237c2ca44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a2602637445d4" /><Relationship Type="http://schemas.openxmlformats.org/officeDocument/2006/relationships/notesSlide" Target="/ppt/notesSlides/notesSlide13.xml" Id="Rc7d9435578bb4d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0e788c42426d" /><Relationship Type="http://schemas.openxmlformats.org/officeDocument/2006/relationships/notesSlide" Target="/ppt/notesSlides/notesSlide14.xml" Id="R88f3cd68b06042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062a7b5864471" /><Relationship Type="http://schemas.openxmlformats.org/officeDocument/2006/relationships/notesSlide" Target="/ppt/notesSlides/notesSlide15.xml" Id="Re1c050d6706e4d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cf1aa3055441d" /><Relationship Type="http://schemas.openxmlformats.org/officeDocument/2006/relationships/notesSlide" Target="/ppt/notesSlides/notesSlide16.xml" Id="R45e03ec4c6ef40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5653daaad44be" /><Relationship Type="http://schemas.openxmlformats.org/officeDocument/2006/relationships/notesSlide" Target="/ppt/notesSlides/notesSlide17.xml" Id="Rbde34db7728842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b1ca121a24fb9" /><Relationship Type="http://schemas.openxmlformats.org/officeDocument/2006/relationships/notesSlide" Target="/ppt/notesSlides/notesSlide18.xml" Id="Rb54a11b987344e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acbf4af7b4cdc" /><Relationship Type="http://schemas.openxmlformats.org/officeDocument/2006/relationships/notesSlide" Target="/ppt/notesSlides/notesSlide19.xml" Id="Raebc54ad6a1445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b4114968410b" /><Relationship Type="http://schemas.openxmlformats.org/officeDocument/2006/relationships/notesSlide" Target="/ppt/notesSlides/notesSlide20.xml" Id="Rc364f307de9442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7dfb16c5c481c" /><Relationship Type="http://schemas.openxmlformats.org/officeDocument/2006/relationships/notesSlide" Target="/ppt/notesSlides/notesSlide21.xml" Id="R3aa44c6070c44e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04f44a4df4d49" /><Relationship Type="http://schemas.openxmlformats.org/officeDocument/2006/relationships/notesSlide" Target="/ppt/notesSlides/notesSlide22.xml" Id="R699220c5ad3649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f5aa6e3544d0a" /><Relationship Type="http://schemas.openxmlformats.org/officeDocument/2006/relationships/notesSlide" Target="/ppt/notesSlides/notesSlide23.xml" Id="Reeeef5bc574744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de8be49524fec" /><Relationship Type="http://schemas.openxmlformats.org/officeDocument/2006/relationships/notesSlide" Target="/ppt/notesSlides/notesSlide24.xml" Id="R9690616dc7fa4e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b90d0cc2e4675" /><Relationship Type="http://schemas.openxmlformats.org/officeDocument/2006/relationships/notesSlide" Target="/ppt/notesSlides/notesSlide25.xml" Id="Rfd2d11e0a7dd4d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e614964544ef8" /><Relationship Type="http://schemas.openxmlformats.org/officeDocument/2006/relationships/notesSlide" Target="/ppt/notesSlides/notesSlide26.xml" Id="R24bb7912ce0046d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ab15c71b34b67" /><Relationship Type="http://schemas.openxmlformats.org/officeDocument/2006/relationships/notesSlide" Target="/ppt/notesSlides/notesSlide27.xml" Id="Rc8887ccb3d174c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f06efc6d04f4c" /><Relationship Type="http://schemas.openxmlformats.org/officeDocument/2006/relationships/notesSlide" Target="/ppt/notesSlides/notesSlide28.xml" Id="R0f8667b05ffb4c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caaf0537d4aac" /><Relationship Type="http://schemas.openxmlformats.org/officeDocument/2006/relationships/notesSlide" Target="/ppt/notesSlides/notesSlide29.xml" Id="Rbd25711d85d8459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f5ce48c74482c" /><Relationship Type="http://schemas.openxmlformats.org/officeDocument/2006/relationships/notesSlide" Target="/ppt/notesSlides/notesSlide30.xml" Id="Rddc8354ca7ee44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48ecfb6054a9f" /><Relationship Type="http://schemas.openxmlformats.org/officeDocument/2006/relationships/notesSlide" Target="/ppt/notesSlides/notesSlide31.xml" Id="R98d5ae97142e43f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b9a20a3db4cf7" /><Relationship Type="http://schemas.openxmlformats.org/officeDocument/2006/relationships/notesSlide" Target="/ppt/notesSlides/notesSlide32.xml" Id="R1d5bc88a05d740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4b07f4809472a" /><Relationship Type="http://schemas.openxmlformats.org/officeDocument/2006/relationships/notesSlide" Target="/ppt/notesSlides/notesSlide33.xml" Id="R028bc61fffd5434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04d1ecbc94985" /><Relationship Type="http://schemas.openxmlformats.org/officeDocument/2006/relationships/notesSlide" Target="/ppt/notesSlides/notesSlide34.xml" Id="R7d2e82cf44764d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977736cbb4525" /><Relationship Type="http://schemas.openxmlformats.org/officeDocument/2006/relationships/notesSlide" Target="/ppt/notesSlides/notesSlide35.xml" Id="R21fedae7e612481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ddbbd081484a" /><Relationship Type="http://schemas.openxmlformats.org/officeDocument/2006/relationships/notesSlide" Target="/ppt/notesSlides/notesSlide36.xml" Id="Re24b9ca380e54a2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027fd8a494baf" /><Relationship Type="http://schemas.openxmlformats.org/officeDocument/2006/relationships/notesSlide" Target="/ppt/notesSlides/notesSlide37.xml" Id="Rdfad613220ed406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b335daab46f6" /><Relationship Type="http://schemas.openxmlformats.org/officeDocument/2006/relationships/notesSlide" Target="/ppt/notesSlides/notesSlide38.xml" Id="R63b3364f55e24a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00834fd884826" /><Relationship Type="http://schemas.openxmlformats.org/officeDocument/2006/relationships/notesSlide" Target="/ppt/notesSlides/notesSlide39.xml" Id="R9c2092ea8228456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854444a10445d" /><Relationship Type="http://schemas.openxmlformats.org/officeDocument/2006/relationships/notesSlide" Target="/ppt/notesSlides/notesSlide40.xml" Id="Rd551030b3ebc43f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29a062390444d" /><Relationship Type="http://schemas.openxmlformats.org/officeDocument/2006/relationships/notesSlide" Target="/ppt/notesSlides/notesSlide41.xml" Id="R3a5ade172af341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4dd304e34497a" /><Relationship Type="http://schemas.openxmlformats.org/officeDocument/2006/relationships/notesSlide" Target="/ppt/notesSlides/notesSlide42.xml" Id="R44e27a415cd944c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fd374c2e842ed" /><Relationship Type="http://schemas.openxmlformats.org/officeDocument/2006/relationships/notesSlide" Target="/ppt/notesSlides/notesSlide43.xml" Id="R5b8e9807b219498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7151893654f39" /><Relationship Type="http://schemas.openxmlformats.org/officeDocument/2006/relationships/notesSlide" Target="/ppt/notesSlides/notesSlide44.xml" Id="R5389e8e52cd7403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dfae2b7ea42fd" /><Relationship Type="http://schemas.openxmlformats.org/officeDocument/2006/relationships/notesSlide" Target="/ppt/notesSlides/notesSlide45.xml" Id="Rc96cfd8cc150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44F87-8A60-4B3A-94C8-2A5C3DDC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67DC-D242-439D-A12B-0DBFAD8F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1972-559E-4F09-AB4E-7ACB964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8D4DE"/>
                </a:solidFill>
              </a:defRPr>
            </a:pPr>
            <a:r>
              <a:rPr sz="2325" b="0">
                <a:solidFill>
                  <a:srgbClr val="C8D4DE"/>
                </a:solidFill>
              </a:rPr>
              <a:t>Blocchi, replica e “Kill the Node”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57C1F-C236-40B4-A67E-6FB5340C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239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E05D4-67C1-4716-A0C8-2FF5846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24000"/>
            <a:ext cx="1771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5C592-954C-4161-BC6D-DCF6DD6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12 • storage distribuito</a:t>
            </a:r>
          </a:p>
        </p:txBody>
      </p:sp>
    </p:spTree>
    <p:extLst>
      <p:ext uri="{BB962C8B-B14F-4D97-AF65-F5344CB8AC3E}">
        <p14:creationId xmlns:p14="http://schemas.microsoft.com/office/powerpoint/2010/main" val="170696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ADCAB-D1EA-4186-833D-96C5D14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HDFS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36CE5-1A7C-440C-AB4D-F69F4CD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domanda di oggi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86C4D-4088-4D84-8C3D-88FF2F2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3F46A-8B5F-4E47-B183-B5912E1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6B96B-AC7C-41E0-84C2-61E00C3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Quando salviamo un file in HDFS, dove finiscono davvero i suoi byte — e che cosa accade se uno dei nodi sparisce?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165B-9AD7-40FE-9626-CDE4259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537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6229F-3721-409E-AD66-4E61F0F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PONTE • HADOOP → HDFS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FCB87-84E3-4206-9071-1A115382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Lezione 11 ci ha lasciato una mappa incompleta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65096-D5DC-49D1-B660-190B9315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922A6-0E6E-4E59-A9BB-82140ED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3E0B4-AB29-42F8-9092-66C06A1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7964C-A6AF-4EB3-98D6-3592627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NAMENODE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2D756-A305-4EEF-A965-990C77B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AEE07-0649-4BE0-BE55-A21E722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conosce namespace e blocchi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69261-FE37-4CC0-B15B-32C5900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8A55D-4E34-4085-A528-208026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52DCA-0D4F-4D43-8B53-7049D7B1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57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DATANODE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9CF71-F001-4310-8B6D-8EF0DB6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193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payload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EF03A-249E-4F61-832D-7AAE89FE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86075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conserva e serve i blocchi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C4D1C-29B7-4705-89E6-82E81F0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45C51-EDA1-468D-9F6C-481C9140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2100B-6E3B-4611-A0F4-24105A94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57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8E67F-D190-400C-82DD-5D5F4DE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read/write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4AD05-A9EC-42EA-A828-54016CC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86075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chiede la mappa e scambia dati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784DF-AFF3-442B-887B-1A34BD2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Oggi apriamo ogni freccia di questa architettura.</a:t>
            </a:r>
          </a:p>
        </p:txBody>
      </p:sp>
    </p:spTree>
    <p:extLst>
      <p:ext uri="{BB962C8B-B14F-4D97-AF65-F5344CB8AC3E}">
        <p14:creationId xmlns:p14="http://schemas.microsoft.com/office/powerpoint/2010/main" val="2018670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0BE30-8EBD-4AB7-A922-C286BBED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DEFINIZIONE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48322-8EE5-4D96-A54A-C453188D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HDFS è un filesystem distribuito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76886-23CC-445B-8C9B-603C2A42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CA3B-704B-4E01-B69A-B7E2644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B411B-5593-4B0F-98E7-A0866583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4E7EE-BCA9-4F25-AC59-610195A5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D73B-6CF0-45BA-AC47-F4FF61AE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66F5E-C227-42D7-9F1B-338EE91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COME UN FILESYSTEM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C661-F961-478F-AC9E-645CF733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Directory, path, permessi, file, create, rename, delete e lettura tramite una shell familiare.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5506F-2D60-4AE4-A281-EECB92C9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MA DISTRIBUITO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CEAF2-3093-46F2-B2AC-CD969E9F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 file viene diviso in blocchi conservati su più macchine e protetti con copie.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3E953-F710-4445-951D-A1A5775B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197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Obiettivo: accesso ad alto throughput su grandi dataset.</a:t>
            </a:r>
          </a:p>
        </p:txBody>
      </p:sp>
    </p:spTree>
    <p:extLst>
      <p:ext uri="{BB962C8B-B14F-4D97-AF65-F5344CB8AC3E}">
        <p14:creationId xmlns:p14="http://schemas.microsoft.com/office/powerpoint/2010/main" val="45675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210A1-8F1C-4A1D-9B13-8C23615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ASSUNZIONI HDFS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0658C-EE09-4C37-A546-F3701D17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design privilegia throughput e dataset grandi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0BA78-D54A-40FD-B1D2-CBAE1094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F2823-126C-4222-9F59-2EB5D38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B8ECF-874F-4518-9BDF-773C39AE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6326F-984E-4A2F-A50F-A8167E8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LARGE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A2C8A-480E-4BD8-99A2-6EECDB8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pochi file grandi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5BF75-CF87-4F88-84A0-D95C4AA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gigabyte → terabyte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0AC47-31F7-4AAC-9B27-94B341D5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08AB1-B89C-4116-9A1A-055C1BC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C5516-F16A-4F94-BD5A-A1A539A5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STREAMING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6317B-7599-4DA6-B26B-F178F4C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alto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FAC3D-7A26-4410-9F9F-1D8F5F7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letture sequenziali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8D0F9-7582-49B7-9B49-81F0A07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E662A-132F-4A17-B45F-EF68F99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CA78D-2A40-4359-A69D-6497A70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6EA22-D535-427F-BDE1-CB494475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recovery automatico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44885-B376-4E93-BD7F-BBD9A32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nodi e dischi falliscono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6E5AD-218F-4DA2-B415-F47519C4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7D68-FA23-4030-8D3C-B9572C7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0E75F-AB5F-41D9-A25B-5CCBB9A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38310-C667-4D55-9037-47479A6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non serving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A1D58-85BB-40C3-9C5E-C2EE1FB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scansioni e aggregazioni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A554A-7AC5-4ECB-84BE-EC54466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05383-EA6F-4304-B4B3-E390866A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EDEF8-EB7E-46C7-B658-F09BEB90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LOCALITY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9D0BD-362C-4702-BD6B-EC0B41E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meno rete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11F21-725D-4A7E-8797-0E023CB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calcolo vicino ai blocchi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ED456-BB8E-4C1F-A836-F8DF861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0EE88-9982-43B0-A0E0-ABD9AED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4A7C4-1143-40CC-BB22-BE86443A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PORTABILITY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BE97C-F57B-44FD-A681-A38BC1D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scala orizzontale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BFD81-B36D-4613-84FA-66836B83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commodity hardware</a:t>
            </a:r>
          </a:p>
        </p:txBody>
      </p:sp>
    </p:spTree>
    <p:extLst>
      <p:ext uri="{BB962C8B-B14F-4D97-AF65-F5344CB8AC3E}">
        <p14:creationId xmlns:p14="http://schemas.microsoft.com/office/powerpoint/2010/main" val="1979197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EDF171-2D66-4872-9E3B-1BDB559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45D0F-FA5E-4AAD-AB4F-2E5E659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HDFS non è un disco di rete universale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E162E-1596-43D2-90A1-463C4E7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19C17-B4E2-423E-8142-27E984C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8B01-5B9F-4AF4-91F5-A3BBD9CB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Richiesta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A0817-82C2-477C-9754-C200FED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A5152-6BDB-4065-B87C-B223B22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04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HDFS classico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EBED2-CD56-41C3-816C-52C2971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28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B58BB-5511-4106-87E0-AD3884D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049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Scelta più naturale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54A6C-8F66-43A8-9980-FCFA781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CEA7F-C3D9-4501-BA28-3322096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Scan di log enormi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A1238-CCF0-439E-8286-7889C04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BE680-4821-4891-AA2A-DBDEDC6A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02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64A55-3858-4412-8AC9-B30CBFFE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669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FE8BD-BD42-439E-91A6-8A2A9E1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02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/ object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EB873-551D-40CC-9B7B-59E16DFE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ED2FF-0F90-4684-926F-3A14CC8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Migliaia di file minuscoli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534B6-8AF2-43A0-AB6B-335A3F7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57AD6-9A2E-4BAB-884A-015FD00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debole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E0C61-86EE-4AC1-8CF7-63C3BD68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08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A6173-0900-4252-8B79-A30E4CE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compattare / container format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DC161-5920-4406-A311-D150D7C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71C7A-3502-4593-9EB4-6A642CD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Lookup in 5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E9EFA-2DAF-4C68-8E11-0A391C8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0B7E1-0B26-46E2-B24C-6071B743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480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debole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33FB1-25D4-48E4-BF88-4B0F41E8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147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55F65-9EBD-4698-A3F5-601BC7FA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480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serving database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14B39-D0E6-48F1-B3F8-F1FDED86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214AE-2AB4-4BB6-BDA1-570E050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Aggiornamenti casuali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2D34B-CAA8-4E2C-AEA1-557669AC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14725-9DF6-450A-BD9C-CD472911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debole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0CF7A-012D-4B47-8F67-690BCBD5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2F764-A24C-4C54-B761-6EEBF2C5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719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database operativo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70F806-DAB8-42C3-AE0D-24F2ADCB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516305-3284-4953-A51D-A6C3E594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Letture batch ripetute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13F110-9382-4E83-9D2B-AECFB64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6252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87AF6-229F-4FB8-93C9-65AB50D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958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forte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AB284-2F66-40B3-B3C6-7678D2E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625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F8D12B-4B29-4E2C-9431-342382A0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958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+ engine</a:t>
            </a:r>
          </a:p>
        </p:txBody>
      </p:sp>
    </p:spTree>
    <p:extLst>
      <p:ext uri="{BB962C8B-B14F-4D97-AF65-F5344CB8AC3E}">
        <p14:creationId xmlns:p14="http://schemas.microsoft.com/office/powerpoint/2010/main" val="340308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9B853-E4C2-435C-807E-8B72B8EC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LOGICAL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C4E6-1C22-4DAB-A4F0-98618BB4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namespace appare familiare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BC8C-BE36-44D6-B8D9-FC3CD222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13755-1A93-4779-BFE4-ED73EEBB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65B06-7F80-464B-AD7F-0FA4D5EE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5E23A-D2B9-413E-A4E1-6B5299A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/dataflix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46A98-599B-4195-B950-54F1463C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radice del dominio analitico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F282-4BDC-473F-B4A6-4A2791E1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F7666-F5A6-41E3-B7BE-65D0F43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/dataflix/raw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60681-0B8D-4D18-8604-0EE1050A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eventi originali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602CE-D4EB-4796-886B-57FFE47B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506D1-F819-4083-A7B8-FEEB43B9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/dataflix/curated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1E641-534A-4FF8-B784-2484A539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dataset puliti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DE284-9505-4DC2-B295-DADA895B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3779F-F3B1-4469-BE22-DCB36A1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24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/dataflix/output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A240F-5778-448F-879F-EC5D09C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risultati dei job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12F0F-7CBE-435B-8E64-0079C48F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gerarchia è logica; i blocchi vivono sui DataNode.</a:t>
            </a:r>
          </a:p>
        </p:txBody>
      </p:sp>
    </p:spTree>
    <p:extLst>
      <p:ext uri="{BB962C8B-B14F-4D97-AF65-F5344CB8AC3E}">
        <p14:creationId xmlns:p14="http://schemas.microsoft.com/office/powerpoint/2010/main" val="812695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BB24B-33B5-457E-B0C4-448E34F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FILE →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92FA-3E03-4839-AB1C-0B36832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file diventa una sequenza di blocchi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EFFAF-F25A-4E75-A3D9-B4CD71F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2627B-68A5-412A-947F-1173AFF6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events.parquet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1CE7C-A7AD-4EBA-9DCB-CF304EF3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2B2AB-7B1A-4643-B5D0-6B767A8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CE0E7-92AF-435E-B0CC-F2E5B89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5CCB1-E738-46CB-8911-0CD3BF5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775A-71A0-4C8C-AC66-0F649C82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28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BLOCK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C3E26-5A99-4D08-B13D-77D2761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75CAD-6575-404F-8762-9F94949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BLOCK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4EC02-7C08-4014-939A-66E858B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A6DE6-8914-496E-9066-B7758B6E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28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BLOCK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DB105-ABDB-48F0-8AAA-E051985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6B8B3-1CCD-4E26-830E-21F80B4A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288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BLOCK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2A873-CF88-4D21-9FA0-10A33812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57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Il file resta un solo oggetto logico nel namespace.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702BD-AED9-470B-B927-C7AC528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La divisione fisica permette distribuzione, replica e parallelismo.</a:t>
            </a:r>
          </a:p>
        </p:txBody>
      </p:sp>
    </p:spTree>
    <p:extLst>
      <p:ext uri="{BB962C8B-B14F-4D97-AF65-F5344CB8AC3E}">
        <p14:creationId xmlns:p14="http://schemas.microsoft.com/office/powerpoint/2010/main" val="1810453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D4166-4497-4E08-875A-2751FC9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PERCHÉ SPEZZARE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B3CA0-FA09-40B0-84C8-106BA12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blocchi rendono il file distribuibile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14B88-4D2C-47BC-BEBC-5712B59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2D0C5-4A31-42C8-816D-55E670E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0E1F-A0D4-4C08-BF3D-CA87D2D5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DISTRIBUZIONE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EBE28-62C6-48C7-9991-7FC9E77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blocchi diversi su nodi diversi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AD6FF-EEB6-4A98-B1A3-75D958C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46236-215E-4D0A-8E35-F986EEF9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REPLICA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F9D47-E92D-438A-BB0C-F2E05E8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copie indipendenti per blocco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FBFA9-85C8-4956-B8AF-A7146AB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D522C-4DD6-4512-930F-F9F0491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PARALLELISMO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DA49F-34A5-4794-8D17-4AA84265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più task leggono parti diverse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D8864-9855-4295-971B-657DB45F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35824-5939-4977-8822-549A074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4E29A-1DAA-4122-BE8F-9639965E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si ricrea soltanto ciò che manca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A5D15-6A44-4E0B-AC7D-CEB3F964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816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Il blocco è l’unità operativa del filesystem.</a:t>
            </a:r>
          </a:p>
        </p:txBody>
      </p:sp>
    </p:spTree>
    <p:extLst>
      <p:ext uri="{BB962C8B-B14F-4D97-AF65-F5344CB8AC3E}">
        <p14:creationId xmlns:p14="http://schemas.microsoft.com/office/powerpoint/2010/main" val="1711540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86DD1-38F3-4D52-96C1-5DEE77CA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BLOCK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0EE4-6FD3-4CC6-A3EF-2835A71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128 MB è un valore tipico, non una legge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4A363-549D-4393-AE68-6DED9C1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F351-0B12-4530-9566-514EE79C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FILE • 300 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052EF-D1C4-4AE3-9C99-754663A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288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EF015-18CA-4894-838E-DB85001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57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D8FC7-42B0-4251-9560-B6E3DB3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859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128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378A0-720B-4CF3-BFAC-79ED746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B4322-7F4F-480F-A87E-31E46CF2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431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128 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79D7F-8F8F-4EA1-90DE-72E75FF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71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DBC8-9B7E-4EE2-906C-1B9ED835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128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FCD49-48A4-4998-9794-F13C170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171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99DA4-BC18-48E4-BA65-5FA50F2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44 MB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42170-F218-4E39-8D27-9F1BF45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3 blocchi, non 300 blocchi da 1 MB.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2576B-752E-4C9D-BB87-479F8263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Il block size è configurabile; il valore dipende da workload e cluster.</a:t>
            </a:r>
          </a:p>
        </p:txBody>
      </p:sp>
    </p:spTree>
    <p:extLst>
      <p:ext uri="{BB962C8B-B14F-4D97-AF65-F5344CB8AC3E}">
        <p14:creationId xmlns:p14="http://schemas.microsoft.com/office/powerpoint/2010/main" val="1154816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A2358-98F8-40F0-9736-F53F599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CAPACITY ≠ FILE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9B674-E423-45E2-B6A0-0DD9117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L’ultimo blocco conserva soltanto i byte reali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7C7B-BE06-4306-AED8-D10E7CA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5DA9F-2A21-410F-97D7-C57F3C3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224F6-F90B-4D90-8436-5F42843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618E5-7DEF-4467-8375-C0C807C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9BD94-7822-4C8E-BB92-556CA351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C159-EA77-4A87-B0C5-38FCCF86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DIMENSIONE LOGICA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49497-B1DE-409B-A3BC-F78293E2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 file da 300 MB contiene 300 MB di payload e viene rappresentato da blocchi 128 + 128 + 44 MB.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F3DA6-E611-42B8-831B-A0E17751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CAPACITÀ CON REPLICA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BD916-67A3-4497-9536-CE6C991F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 replication factor 2, il payload produce circa 600 MB di copie, oltre a checksum e overhead.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CC6C9-034E-49E5-BB90-9768BD2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1975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Un blocco parziale non occupa automaticamente 128 MB pieni.</a:t>
            </a:r>
          </a:p>
        </p:txBody>
      </p:sp>
    </p:spTree>
    <p:extLst>
      <p:ext uri="{BB962C8B-B14F-4D97-AF65-F5344CB8AC3E}">
        <p14:creationId xmlns:p14="http://schemas.microsoft.com/office/powerpoint/2010/main" val="1478052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73FE1-BC1F-4A84-8BD5-833F6B1B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SMALL FILES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255A3-66F3-42F6-878F-B77F087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Troppi file piccoli spostano il costo sui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7F730-7BBF-40CD-8178-DB0FF98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D093D-508A-4E79-A084-689212CF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1 FILE DA 1 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99C2-181D-4664-BD5B-67791919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5A5A"/>
                </a:solidFill>
              </a:defRPr>
            </a:pPr>
            <a:r>
              <a:rPr sz="2100" b="1">
                <a:solidFill>
                  <a:srgbClr val="EF5A5A"/>
                </a:solidFill>
              </a:rPr>
              <a:t>1.000.000 FILE DA 1 KB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843AA-E46E-4BED-AB53-6BA9CE2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146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A70B5-B76B-4682-8F6E-C1B33F2F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432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POCHI BLOCCHI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A71BE-6D1D-4EF5-9CE2-B6DBB44E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551E-79FD-4C4F-B06D-034921E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71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1454D-653B-4005-A02A-4E2355BE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71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3A4B3-6230-4240-B763-9082252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71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F01A5-137A-4E05-B451-7CE03A3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1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69E8C-2373-49AE-857C-567A9777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671FA-8F2A-48C9-B9E0-A2DE5CB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67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CF27F-EC11-44A9-BB80-0BF5CE2B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67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B54F9-81E3-45C1-BF61-B3D5A88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67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CA24E-2D28-4CFF-84C9-1654ED8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67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76FE1-94BB-439D-A72E-E8008CE7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F237D-E380-4FC1-977A-8737F91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62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06F73-0165-4123-89BD-8130950E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62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A2735-C5C7-4BA5-BE0B-D315EAA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62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07BB5-3B73-47EE-8D7E-83F3D6E6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62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E49DD-528A-4A96-9383-9BD5C22B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57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24064-8A65-4A00-9FF5-94FA735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57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DFC18-FBFD-47EF-8CBE-86B4BBC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57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B13F5-9B77-4E5A-A4F0-1ED42ECC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057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9D879-443C-45E5-9A39-E6724941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57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CF0A5-3FA0-41B6-8E60-4949D19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52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01C0A-A0ED-4ED7-B921-EF83FE58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52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63D6FF-51EE-47F8-8FBB-DE76840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52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7E799-6769-4D72-B5F4-DD22C7C7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552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CA53D-5FD9-4005-A90F-81BDCAB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52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DB1AC-84BA-4022-A8FB-BD30E453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863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5A5A"/>
                </a:solidFill>
              </a:defRPr>
            </a:pPr>
            <a:r>
              <a:rPr sz="1500" b="1">
                <a:solidFill>
                  <a:srgbClr val="EF5A5A"/>
                </a:solidFill>
              </a:rPr>
              <a:t>Metadata per file, directory e blocco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EE51B2-184C-40D5-B4B5-AC7FB35E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Stesso volume ≠ stesso carico sul NameNode.</a:t>
            </a:r>
          </a:p>
        </p:txBody>
      </p:sp>
    </p:spTree>
    <p:extLst>
      <p:ext uri="{BB962C8B-B14F-4D97-AF65-F5344CB8AC3E}">
        <p14:creationId xmlns:p14="http://schemas.microsoft.com/office/powerpoint/2010/main" val="1057881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A0AF5-A285-425D-8089-FF0F65F0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NAMENODE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9876-A4EC-4537-958E-27A988BA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NameNode è l’autorità del namespace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7B5C2-5D6A-455B-BA2B-7CD238D0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16F73-8606-4234-A19C-33E1777E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95A45-94AD-4268-9C86-64FF16A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8671-17E8-4AF8-9FC1-ED813398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NAMESPACE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298C5-A1CC-40D5-9BE9-CAEB41B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create • rename •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3B715-DF4A-4532-8EAE-12C7CFB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path + directory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AD441-930E-4CF2-BCD8-3450A8D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28D1E-1C93-4D2A-AC1B-00B47C7A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B1C05-0F75-4DBF-AC2B-3A1D718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BLOCK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0D2A9-E073-4C20-A081-86C216C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blocchi → DataNode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ECEB0-378E-462F-9915-17B6F10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file → blocchi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7F422-4182-4F8D-AD61-49C89DB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6CBE2-FF1E-43B3-921C-DDC2EDE7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D5065-444D-49DE-A78B-E7D55A6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71CC2-C5D2-4A6A-9DA9-069CBA4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6F978-A124-4D49-A90F-7B6A3BF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replication factor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E7FDB-4199-4FAB-AFC1-CBCCDB0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26B15-59A7-474F-B104-081E04E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93001-2C9A-4A21-A1C7-4045CD71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95922-ED47-4558-A967-F019B44B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live • dead • stale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F4D80-76F4-40BE-8DB2-D0538727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heartbeat +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6A2AA-5170-408A-B0AF-C5E64CBC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Il NameNode decide; non trasporta il payload.</a:t>
            </a:r>
          </a:p>
        </p:txBody>
      </p:sp>
    </p:spTree>
    <p:extLst>
      <p:ext uri="{BB962C8B-B14F-4D97-AF65-F5344CB8AC3E}">
        <p14:creationId xmlns:p14="http://schemas.microsoft.com/office/powerpoint/2010/main" val="1080130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B206D-3594-48C8-811D-7CCF699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8E07D-BE7F-4CB1-B0E1-83F3B84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DataNode conserva e serve i blocchi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9C69-F8A8-4A9D-A185-49BCC5FA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C67F3-3815-4377-AFDA-9B5DA08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B6C9-DA5D-4E31-AD1D-42BFC8C1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5B4E9-F1ED-40C6-B29A-67CFFF7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533F6-4EA0-4483-A407-827C052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blocchi sul filesystem locale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46CE1-D32E-4C1E-9BCD-B8A82080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C5B43-22B0-481D-AC6C-0C95516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67081-3167-4D7D-8A0F-64A7BD2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32ADA-0B3B-4E23-B6E1-0F8C9CF3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read/write ai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8E938-C04E-4B74-92D5-C0615D6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4032B-BCDB-4AC6-96ED-07FDC5E2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ACBDC-5100-4CF2-B899-BA5362B8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A0BF-73A3-4860-9F21-D1FC189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inventario dei blocchi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283D6-2D81-404D-82FB-33F174B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8F912-6953-42E2-B3D8-D0BD7F88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B6EB1-C4DA-4F80-B4A7-67BD4F97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HEARTBEAT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59585-61E7-431D-A138-0AEB2DC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segnale di vita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EA2F-CDF2-419A-80B1-073FB76B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D8E2A-3576-4F3E-934C-EC65B7A9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3F20B-AA7F-4DBD-90C5-BFDB331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REPLICATE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DB264-A4F1-4C48-8039-27B99853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copia o elimina blocchi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49387-7527-4AC0-96E6-8037378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ACA70-CCCD-41E1-8FA9-8099C597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7266A-BBBF-4050-9F26-690C1556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E301B-80A0-4714-845C-CD2FB7C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checksum e integrità</a:t>
            </a:r>
          </a:p>
        </p:txBody>
      </p:sp>
    </p:spTree>
    <p:extLst>
      <p:ext uri="{BB962C8B-B14F-4D97-AF65-F5344CB8AC3E}">
        <p14:creationId xmlns:p14="http://schemas.microsoft.com/office/powerpoint/2010/main" val="494641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0E1D6-7EC0-4672-B221-70A0247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CONTROL PLANE ≠ DATA 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D6993-B072-4BFA-B851-9A2CF13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Metadata e payload seguono percorsi differenti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13186-E3AD-47D2-AFE3-9F5FDD62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84970-9234-4927-B0F3-FABAFF2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305AF-FA2D-4DFE-8AC5-96BB9B5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F9DAA-D4EB-418A-A2AC-6FE7CE3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479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/dataflix/raw/events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F338F-930D-4628-9537-AC5275A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09825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59CCA-53B8-496D-911A-218487A4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D8682-2A84-4C22-8877-EB738F4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66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A944-B379-4093-8BC1-59CC100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21BA3-DE2F-44D8-95ED-E2F2F18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1BA7F-93A6-441B-AA14-6CCD13BB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block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765AD-FEC6-44FE-8BAD-D877A246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98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B47E2-20AD-4033-9B31-91F4775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7F0AF-987A-462B-BD28-3743786E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01761-6D9D-420E-9D81-4D674F3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A03E9-3CF1-4801-9A56-E9519CE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54EFA-03A3-4C1D-A400-090EBE9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bytes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30C4F-D872-4F41-8AAC-BFF9FB4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36DF6-0980-40FC-8A06-15A81D42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E34B"/>
                </a:solidFill>
              </a:defRPr>
            </a:pPr>
            <a:r>
              <a:rPr sz="1650" b="1">
                <a:solidFill>
                  <a:srgbClr val="B7E34B"/>
                </a:solidFill>
              </a:rPr>
              <a:t>PAYLOAD DIRETTO: CLIENT ↔ DATANODE</a:t>
            </a:r>
          </a:p>
        </p:txBody>
      </p:sp>
    </p:spTree>
    <p:extLst>
      <p:ext uri="{BB962C8B-B14F-4D97-AF65-F5344CB8AC3E}">
        <p14:creationId xmlns:p14="http://schemas.microsoft.com/office/powerpoint/2010/main" val="1413603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6B825-48ED-4865-9086-466B46FD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NAMENODE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909BF-CF72-4481-8D38-5A50D43D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block map collega vista logica e fisica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7BA18-92C1-49B0-BE8B-3E5FD397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085A9-EABE-4E8B-A8F4-CF7A7E1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2EB3F-7960-460A-95B1-7645E77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File / offset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AFB59-69A5-4B2F-BE32-1E7F2D46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E8F9F-CD91-4604-B75E-151749C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Block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3D453-E81E-48DD-84E9-821A7882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80A74-AAA2-4276-8306-8706E566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31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Repliche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4DF6E-EA9A-4F23-A398-30A6174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AB705-C4AC-4BF4-A5AF-362EB3E8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38400"/>
            <a:ext cx="335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events.parquet • 0–127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A89E7-3E8D-4AC8-A044-FA8D0E4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050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5679E-BE43-4510-9334-FB7C04C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384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blk_101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D1AD0-1E26-4A47-A1F8-B895D15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050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27FB5-8A4A-4C23-8FD9-A72F476E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43840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DN1 • DN3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526BC-5075-41F5-996D-6A899F0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C55A3-18B4-4243-9B04-F4974EA5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76600"/>
            <a:ext cx="335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events.parquet • 128–255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A4458-4DBC-49FD-97D4-3593F2F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132AB-DF5D-4E56-B3BB-8D2B60B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766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blk_102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E99FB-B0C4-43BA-B1E0-2FCBEA80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2ECA8-9C74-47DA-9165-1CBE9C9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7660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DN2 • DN3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05811-30C1-4F0A-81A3-2AE2053E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AAE84-C2DC-4B0D-941A-35064DB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14800"/>
            <a:ext cx="335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events.parquet • 256–299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20620-9193-44B0-A13B-6B3E48D2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814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236C4-78E0-412B-A69E-5E07947A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148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blk_103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B251C-2B86-425C-9FBB-6B5B532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814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E9863-1DC7-4835-9492-7864969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1480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DN1 • DN2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DFBA0-30E3-4309-AB4A-FD88F9BA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 DataNode inviano l’inventario; il NameNode ricostruisce la mappa.</a:t>
            </a:r>
          </a:p>
        </p:txBody>
      </p:sp>
    </p:spTree>
    <p:extLst>
      <p:ext uri="{BB962C8B-B14F-4D97-AF65-F5344CB8AC3E}">
        <p14:creationId xmlns:p14="http://schemas.microsoft.com/office/powerpoint/2010/main" val="1435321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622A1-DA77-4FB5-8A49-8A2FF89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REPLICATION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41C8-B58F-4A16-8E7A-08ABD1B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replication factor è una proprietà del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37B2E-E42F-42CE-AFF7-8933A39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70DD-56C9-42EB-A7ED-648D9B9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BLOCK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1E859-6E3C-4990-B0D4-D3349275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032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50B38-738A-4407-9625-6F6A18DC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28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04667-BDD7-4D9C-84D6-4A11F35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574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RF =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8E523-EFF0-4B47-81D2-C0237E14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00250"/>
            <a:ext cx="1714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85669-696C-4D02-934D-74F0D4C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90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7FBE4-4787-4D19-B36B-C6105147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527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DE03-0ED6-4273-9C83-7A26F858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1714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1A938-18EF-46BA-8D90-D0C085A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90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806EF-9C20-4516-9909-B022876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527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A07E3-7550-4E8E-BB98-415141F0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1714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07188-B11D-429B-B365-4401B668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90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2DDD0-E6AC-494D-870C-CCF369E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527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8BEEC-6A07-48EE-8C01-F3181E19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387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Può essere scelto alla creazione e modificato in seguito.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82422-5872-4B5F-9A9F-4F99532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Più copie aumentano percorsi e costo di storage.</a:t>
            </a:r>
          </a:p>
        </p:txBody>
      </p:sp>
    </p:spTree>
    <p:extLst>
      <p:ext uri="{BB962C8B-B14F-4D97-AF65-F5344CB8AC3E}">
        <p14:creationId xmlns:p14="http://schemas.microsoft.com/office/powerpoint/2010/main" val="9762904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F20AA-D87D-4663-BC92-8A28EFD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STORAGE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390F-587E-4E14-B3AF-C6362A7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durabilità ha un costo misurabile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7C555-9FE3-42E4-939B-C892736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CEA1-A332-4DBB-878C-2E311BD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SPAZIO ≈ PAYLOAD × REPLICATION FACTOR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536D-FCEA-4469-BA3A-D8010E0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762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ED4DD-1C3C-4066-8F34-A26D765B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762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3958B-8DCB-4888-BDA3-C1753ABB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67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300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856B4-55DA-45D7-A73E-4F0D6EE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8140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payload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764B3-0905-4949-8833-9909B837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AC0F1-75B9-4F92-A48C-AE97940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154B8-F252-4385-9358-02BD2A7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67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×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D3A2-8C00-4B2B-A060-F7E0D24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58140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replica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5D627-6CB3-47FC-A985-69CB1A39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2762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EE9BA-D5B1-4A5D-AFD7-B875384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2762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DFA08-32E3-4F72-8E67-6A8AA097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67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≈ 600 MB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685E0-544B-40D4-BF3C-44D5D73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8140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copie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604E9-C458-490A-AD2C-EE8C21C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Più checksum, metadata e possibili copie temporanee.</a:t>
            </a:r>
          </a:p>
        </p:txBody>
      </p:sp>
    </p:spTree>
    <p:extLst>
      <p:ext uri="{BB962C8B-B14F-4D97-AF65-F5344CB8AC3E}">
        <p14:creationId xmlns:p14="http://schemas.microsoft.com/office/powerpoint/2010/main" val="13466238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C5DE3-3017-4BA7-BF19-667593B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RACK AWARENESS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C9BDF-3F0E-41E3-B3DD-AD22FAAB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placement distribuisce anche il rischio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EB2AD-34EB-4BC4-AF9A-E043B1F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FC640-97D1-407C-8C54-0F654073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RACK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E542F-F572-4091-801C-9B56677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66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RACK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80336-C94E-4F6E-A383-BFCBC0B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C0187-C09B-436F-AEB2-7273EB2C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04FA-ABC5-4636-9523-8E2DD32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0492F-C86D-4323-BCD4-7FE9EE6F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098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DD9B8-7E7D-43A2-85B6-A23CDE2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71825"/>
            <a:ext cx="1314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replica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9BDCB-06F8-4A5C-8FBB-F756E040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5898B-E864-487D-91ED-2F919E79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32201-4B55-4E43-8D05-2F1A4A38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71825"/>
            <a:ext cx="1314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9F160-ECDE-4C2E-9FDB-53744B79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8697F-E44F-425C-B8FB-44AF2D9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098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D2E76-93ED-4F59-BCB9-BFC0858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71825"/>
            <a:ext cx="1314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replica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84725-6A3C-42D0-950C-524CA46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19375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323EA-01A0-4DD1-BFBD-4BFAC7E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98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57AD6-7276-4401-A044-98608B7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71825"/>
            <a:ext cx="1314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replica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2B7B3-B204-40B0-8471-3C3DE05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Tre copie su più nodi e più rack bilanciano affidabilità e traffico.</a:t>
            </a:r>
          </a:p>
        </p:txBody>
      </p:sp>
    </p:spTree>
    <p:extLst>
      <p:ext uri="{BB962C8B-B14F-4D97-AF65-F5344CB8AC3E}">
        <p14:creationId xmlns:p14="http://schemas.microsoft.com/office/powerpoint/2010/main" val="1721745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A6F62-9343-4428-B57B-1336B9E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REPLICA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50C31-93BA-4CF8-BFB4-D8DE30EF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 lettura HDFS preferisce la replica più vicina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60435-81B0-4E39-951C-A1FFF361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6176E-B8D4-4D01-9A33-569B7B9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22504-5CA7-403E-97B8-4F42725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9FE9A-DA60-4F4D-9374-E4A6316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rack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8F8AB-111C-4184-B73A-3A4FD80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F2E7C-C7E4-4CCD-946A-999C68ED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1D55D-6C71-4AF4-9D1E-95B80BC2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preferisce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88E68-405B-40AC-B2B6-D58AADCA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A938D-EE9B-42D6-BC76-84172B2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9B0CA-F246-4DE8-AE2B-56E99AB2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955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stesso nodo/rack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41812-9285-412A-AEAC-B0E6780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3F71C-75C5-447A-889A-A93ED2E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33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F23A7-2F5B-4E34-9EBA-4A38BBC7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955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rack remoto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89AE8-6705-4487-AD24-65E33D7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3125"/>
            <a:ext cx="133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67672-C5AF-4438-BFB9-7EC0249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336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13EF7-B0AC-4FB8-ABAF-2A2F855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955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remote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30265-A4CC-45FB-8BF6-FE84981F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Meno distanza significa minore latenza e meno banda globale.</a:t>
            </a:r>
          </a:p>
        </p:txBody>
      </p:sp>
    </p:spTree>
    <p:extLst>
      <p:ext uri="{BB962C8B-B14F-4D97-AF65-F5344CB8AC3E}">
        <p14:creationId xmlns:p14="http://schemas.microsoft.com/office/powerpoint/2010/main" val="6699990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A42E6-F052-41A4-B86D-82D58C0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HEALTH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BA1B-FCF1-44E8-AF44-762CF566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Heartbeat e BlockReport rispondono a domande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8F540-97C0-44FB-BE5B-C1FD53C3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158B5-7D31-4B77-B08A-3AF64A4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ACF32-B1B0-4DC8-995D-13953E6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D91C0-A014-4B09-A059-DDCB9D3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D40C0-E016-454B-809D-AADC2BF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54B2D-BF76-4E03-8736-5D184AF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HEARTBEAT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80252-BFFA-438A-8F4C-8AB0DDF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«Sono vivo». Messaggio periodico usato dal NameNode per riconoscere un DataNode funzionante.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1193A-5FBA-4C0B-AD00-DA3073F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BLOCKREPORT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B8B2-B4F5-411E-9C69-524568EC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«Questi sono i blocchi che possiedo». Inventario usato per costruire e aggiornare la block map.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DC0EF-DBE4-4C72-900E-CEE36F97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97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Vivo non significa automaticamente completo o integro.</a:t>
            </a:r>
          </a:p>
        </p:txBody>
      </p:sp>
    </p:spTree>
    <p:extLst>
      <p:ext uri="{BB962C8B-B14F-4D97-AF65-F5344CB8AC3E}">
        <p14:creationId xmlns:p14="http://schemas.microsoft.com/office/powerpoint/2010/main" val="1375319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46118-52C0-4398-BEA6-D0C2704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WRITE PATH •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CC168-A4E2-4DE8-AFFE-0BE08786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scrittura separa negoziazione e trasferimento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8F2F8-7667-4CC0-9655-280C9CB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7AF89-2C0B-4219-838E-F469E15A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0ED4-98F0-44B6-BC07-B55979A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B73D6-4424-4010-9973-A1FE78D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 • 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0DC33-05B7-448D-BAF4-2F648FF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19400"/>
            <a:ext cx="2057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client → NameNode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EC0E9-5DAB-465D-A78E-4FC4F83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2F759-CFE6-4EA4-AE86-9F8DC4D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EB2C6-44C6-49F4-9D8E-E116ED13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 •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C7EE5-4860-4661-B09B-C57C42D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19400"/>
            <a:ext cx="2057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NameNode sceglie DN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0FA04-1D7D-4FEF-93B8-08D080D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D340F-0887-4C82-9251-5FF616F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06D03-BF27-48D0-9E9B-7AF0F37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 •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212FD-4C09-4DBF-8737-11E5B36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19400"/>
            <a:ext cx="2057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client → DN1 → DN2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7D258-5BFE-4669-B736-5799476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5F0B3-1295-4E4C-81F4-CAA3C16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9F95A-CB21-46B1-BBE0-6DE46AC4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4 • 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96A71-1FAC-426D-8F26-5C96C47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19400"/>
            <a:ext cx="2057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DN2 → DN1 → 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42D5E-37E1-42C9-A4C1-F82CDCBD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Il NameNode autorizza e localizza; i DataNode muovono i byte.</a:t>
            </a:r>
          </a:p>
        </p:txBody>
      </p:sp>
    </p:spTree>
    <p:extLst>
      <p:ext uri="{BB962C8B-B14F-4D97-AF65-F5344CB8AC3E}">
        <p14:creationId xmlns:p14="http://schemas.microsoft.com/office/powerpoint/2010/main" val="13752934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F5B64-B3A8-47F4-9F6D-19BB57B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WRITE • METADATA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18735-8EBE-4F40-A9C0-A2559A74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Prima dei byte, il client chiede un nuovo blocco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34AAB-6665-4444-A569-C188DA1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4392E-3486-4403-97CD-827F4599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C8B6-21F1-4F98-852B-544EF037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86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E9410-D96E-422A-A465-27DAB2B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47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create + addBlock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B2F6A-85EF-4E74-973E-F75DDF5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98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CEC5B-2C69-4729-8437-596BBA58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39EBA-072B-47F9-BA30-91466A96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66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RPC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561F8-DAA3-41BA-9D31-4E9D9AA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31A6E-DBE6-46B5-BD07-A622D95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860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NAMENODE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5855E-833C-41C5-B1AF-A8CFCED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479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permessi +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975CD-0212-4D4D-8EBA-4535183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982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694A9-1A2B-4529-9B92-9F956BC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867B3-6888-4B68-B766-6C36350E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DN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51577-8F9E-435F-AB9B-3F5EC46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91E39-FCC7-47C1-A35B-E09208D4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86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ED50E-C23A-4EBC-B554-0A714434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479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pipeline 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A744F-A5E4-4FFB-B879-CAC9D176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Il NameNode restituisce la lista ordinata dei DataNode target.</a:t>
            </a:r>
          </a:p>
        </p:txBody>
      </p:sp>
    </p:spTree>
    <p:extLst>
      <p:ext uri="{BB962C8B-B14F-4D97-AF65-F5344CB8AC3E}">
        <p14:creationId xmlns:p14="http://schemas.microsoft.com/office/powerpoint/2010/main" val="1555163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0906C-30EF-4D94-AF3D-07E2CFA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WRITE • 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20422-0AED-48B9-97EE-1215B6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replica nasce in una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B37D-1D92-435E-BBD1-C20FA71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17D98-BF8F-4D69-912D-A5D2F074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F375B-13B1-4DA5-8A22-2DE09197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06D2F-38E8-4BBF-9A19-1C8CAE0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packet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6C2AA-49F9-46AC-8E92-5F6985CA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13DFF-BB0A-404B-9EDC-9C242A60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C0503-CDA5-4CA5-B9E6-7B808EC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669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6CC59-0BF7-451E-B3F7-69B6536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20EBD-A526-42EF-AA1C-4B0F492E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B5674-86A3-4520-933F-09E7B9F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write + forward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ADF45-10F7-4A2E-9966-78268E25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98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ED1BE-A11F-4BC2-8798-08013D5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1374F-3512-45A7-967B-E8B4CDF4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669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07AAA-4E11-4CE8-8796-C2A3435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3E542-A771-4B9F-8589-965E3EC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6A631-0990-46B6-8BB0-2017FDD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write + forward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5B9BC-6AF8-42EE-90F9-A5E0BB4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811CC-62C4-4FCE-852B-F017DCBB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D2693-18A0-4318-9283-CAC118A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669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A87D8-4314-4379-AFFF-60309C8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53C0F-9AF5-48CA-9407-0DF38DD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DN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F4C47-DFD7-4EC9-A5F4-48B803E5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88261-75FE-46EA-AB15-3B89168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Ogni DataNode salva e inoltra mentre riceve.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077C8-3C69-43DC-B229-4704A150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006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D4DE"/>
                </a:solidFill>
              </a:defRPr>
            </a:pPr>
            <a:r>
              <a:rPr sz="1575" b="1">
                <a:solidFill>
                  <a:srgbClr val="C8D4DE"/>
                </a:solidFill>
              </a:rPr>
              <a:t>La rete attraversa la catena, non il NameNode.</a:t>
            </a:r>
          </a:p>
        </p:txBody>
      </p:sp>
    </p:spTree>
    <p:extLst>
      <p:ext uri="{BB962C8B-B14F-4D97-AF65-F5344CB8AC3E}">
        <p14:creationId xmlns:p14="http://schemas.microsoft.com/office/powerpoint/2010/main" val="13616419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0A226-CBA0-4BE0-8947-E02790E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WRITE • ACK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7F325-7902-4B06-AED7-698C799A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Gli acknowledgement tornano nella direzione opposta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2A781-1CAB-4C71-A1BC-F2EB2CB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FEB14-5389-4D7A-B54A-626B5AE9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B9544-A75A-4289-87D1-9F464CCF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7B268-D6C3-4385-A6A1-1258B15E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attende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E26D4-B09B-4AB0-A717-21BB11EC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4443F-DDCD-4590-873A-C58A20C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68FDD-2074-4061-B729-B7BD1C3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ACK upstream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8BA07-159B-49FE-A69C-4676A643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76A3D-AC53-4C4D-BC5B-DCC0B589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14FB0-6842-4956-926F-76C09BBC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ACK upstream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54E0D-E566-4E07-BAA5-B910652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173B1-D280-41E2-8985-43AC7BB3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F8B8A-E221-4A8C-A441-AD20D0E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440C2-4487-4400-A528-D7A1F0DC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052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DN 3  ←  DN 2  ←  DN 1  ←  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06B15-A3A1-43B7-97F2-C81A7C7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Il client conferma un packet dopo la catena prevista.</a:t>
            </a:r>
          </a:p>
        </p:txBody>
      </p:sp>
    </p:spTree>
    <p:extLst>
      <p:ext uri="{BB962C8B-B14F-4D97-AF65-F5344CB8AC3E}">
        <p14:creationId xmlns:p14="http://schemas.microsoft.com/office/powerpoint/2010/main" val="9890077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3072C-1579-4A01-A95D-BEF5198B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WRITE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EE33-1F08-4283-93B2-1B50162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pipeline continua anche dopo un guasto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A24CD-B6ED-485D-B88F-9D4DAA4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AEE2-BAB9-4686-AA31-F52572DF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7CD3-5264-4B81-998A-8D521714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DETECT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34998-47CB-468C-A264-12B41B1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 DataNode non conferma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5F968-B828-411E-824C-675DB77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049E5-2D19-432E-8BEE-EE433BE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REMOVE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E43EA-22BD-444A-8D14-5D3873D1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il nodo fallito esce dalla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3661-1751-4F80-AD22-D9154343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EC42F-F2E7-4F23-9897-D77F115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CONTINUE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530D2-05A7-457A-923F-95C049E3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il client prosegue con i nodi vivi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FAEF7-ACA5-4682-892C-4CBE18D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C1716-D3C0-4A5C-BAF8-E0F59191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2C769-4522-4D9A-9AC9-F7EA274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HDFS ristabilisce la replica richiesta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9E138-7AFE-4804-BF14-6F157906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816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Recovery non significa ignorare gli errori: significa gestirli.</a:t>
            </a:r>
          </a:p>
        </p:txBody>
      </p:sp>
    </p:spTree>
    <p:extLst>
      <p:ext uri="{BB962C8B-B14F-4D97-AF65-F5344CB8AC3E}">
        <p14:creationId xmlns:p14="http://schemas.microsoft.com/office/powerpoint/2010/main" val="130399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9AE03-760F-4B57-9902-8C22516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READ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1B646-FDE4-4A56-83A8-3F927CC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lettura parte dalla mappa, poi va ai blocchi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A12D-08E1-4CAC-A4EE-F6EAA309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17CED-1FC7-44D9-B94F-2F8D3EE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A4AE0-CEF4-4FE7-A452-66CB4B3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82B77-BEFF-4297-9C53-ABA5862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open(path)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6A0E3-5B87-4ACD-836E-083C4A3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9F872-6B40-4E62-A9A5-36DE22FA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3D467-50A9-4BE7-95B2-2878276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locations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2F870-ECC0-4308-970E-3836510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8273C-8A51-4FC9-8B8A-373B6F9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86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90290-6EB8-427F-8267-7AF4B95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479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block locations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9E23A-75FD-423F-A416-2A34BB3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98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F9633-2CA6-481A-8129-4F71DE9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AC9DA-B83B-4E48-9BC1-B1247D25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ordered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66171-0B38-4B1C-AF8F-5EF2E11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A5C7D-514C-4FF2-8D2A-7EA88E8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 VICINO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079D6-BEAF-4FB3-83FD-C9B5C6A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stream bytes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0109C-5B69-439A-867F-3A71D15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Il client passa alla replica successiva se quella scelta fallisce.</a:t>
            </a:r>
          </a:p>
        </p:txBody>
      </p:sp>
    </p:spTree>
    <p:extLst>
      <p:ext uri="{BB962C8B-B14F-4D97-AF65-F5344CB8AC3E}">
        <p14:creationId xmlns:p14="http://schemas.microsoft.com/office/powerpoint/2010/main" val="21248417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DD38E-51D2-460F-B91A-C9AC0BD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E19C7-CA60-4247-B457-AE1C852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checksum rendono visibile la corruzione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B86F-4DD1-4ECF-8E9B-09B46F16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9A5A0-2F34-489C-8570-2F27240B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BLOCK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02A5-6C93-42FF-A658-8A0E480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879EE-B07A-450C-AD1C-EB517A53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1E489-2AAD-4E91-B9DD-B6E6107E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CDCCA-02B7-4EFA-918F-FE147248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BD542-8194-43CB-8388-E7FB3C7F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F4D64-6051-41AB-AB90-9DF7A80F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050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calcola checksum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D2C13-C69A-4978-B4BE-0B2A2CC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98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B5EB5-3438-4580-8FBF-25DF7BE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38D79-2497-4BA7-8180-844D0B4F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6C056-1F20-40C1-BF20-E5FE2A0B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F1A6A-4516-4E43-8D4D-B281C3AF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CHECKSUM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D5E1E-E253-49A5-A3C3-FBC7834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match / mismatch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63831-6B88-4A82-BE98-D517D69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Mismatch → segnala la replica e prova un’altra copia.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26B8B-2B95-4371-9023-D7A77F0E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53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Replica senza verifica non basta contro i bit corrotti.</a:t>
            </a:r>
          </a:p>
        </p:txBody>
      </p:sp>
    </p:spTree>
    <p:extLst>
      <p:ext uri="{BB962C8B-B14F-4D97-AF65-F5344CB8AC3E}">
        <p14:creationId xmlns:p14="http://schemas.microsoft.com/office/powerpoint/2010/main" val="18950068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38912-6ED4-43D0-A453-B1D85F1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COHERENCY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45787-4DBB-4EBB-B021-BDBB068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Write-once-read-many semplifica la coerenza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732B0-2270-4662-B6C6-94E305B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AAB12-9BCA-4695-B71F-1FC023D4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6F076-81A9-469F-9750-5F8938D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F9B83-BE43-4F4F-9FCD-2F1E2FA2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76518-E293-4F44-A11E-706C988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4C0CC-55A1-46D7-8C32-AAB70F9A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HDFS FAVORISCE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E7FD0-6900-4A42-8686-12352D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Creazione, scrittura sequenziale, chiusura, molte letture; append e truncate sono supportati.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31DBE-D112-444F-BE88-72497B9B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HDFS EVITA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95B01-D15A-4EDC-B8F4-48387FE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Aggiornamenti casuali arbitrari nel mezzo del file e molti writer simultanei sullo stesso 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0BCA2-B596-4436-8319-6E2FE2E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 file aperto ha un solo writer alla volta.</a:t>
            </a:r>
          </a:p>
        </p:txBody>
      </p:sp>
    </p:spTree>
    <p:extLst>
      <p:ext uri="{BB962C8B-B14F-4D97-AF65-F5344CB8AC3E}">
        <p14:creationId xmlns:p14="http://schemas.microsoft.com/office/powerpoint/2010/main" val="11936690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D62B6-5923-4478-9922-32452B4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NAMENODE METADATA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FCAFF-D7FF-423B-B4E3-D67DD311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FsImage ed EditLog persistono il namespace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1CB5-F632-401A-98E2-09C3BE1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4BC24-5461-4301-989E-4F92588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571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B8BC5-E783-4F95-B206-C5741EDC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90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FSIMAGE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0DF8-EA2E-4CEF-8266-E31D423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52700"/>
            <a:ext cx="2266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snapshot del namespace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6EC1-D118-45B9-9269-4A7B0DC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3F4A6-2565-4EF8-A951-E44E4EA9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571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60916-A82E-4659-B92F-B8FF561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90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EDITLOG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552B7-9095-4B77-9BE5-F6AA836F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52700"/>
            <a:ext cx="2266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transazioni successive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BA16B-2E0A-427C-9CB3-44AA2468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D8D5B-A147-4D7E-BEF7-0A6F1C9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B9AB3-71A9-47CA-BC58-0FA4816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IN-MEMORY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46F94-2C57-42DF-A7AE-FF819FC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stato corrente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9D1BB-90BF-4F7F-A106-3E0AD87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338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Un checkpoint applica gli edit a una nuova FsImage.</a:t>
            </a:r>
          </a:p>
        </p:txBody>
      </p:sp>
    </p:spTree>
    <p:extLst>
      <p:ext uri="{BB962C8B-B14F-4D97-AF65-F5344CB8AC3E}">
        <p14:creationId xmlns:p14="http://schemas.microsoft.com/office/powerpoint/2010/main" val="5032400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88BE4-E2CF-46CB-A12A-446243D5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METADATA • MITO DA CORREGGERE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19194-0F7C-4BC0-8C88-A6C4D4DB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Checkpoint non significa 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B6FE-8C72-449B-8C52-8340EC8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2CED8-C142-43FF-9844-158CAE00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B4319-0945-4FAF-B252-F0DF740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Il checkpoint compatta e rende consistente la storia dei metadata. Non crea da solo una strategia completa contro cancellazioni, errori umani o disastri.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2E7E1-E260-4130-960F-8FEE6A52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44316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06630-9C3E-4BB6-8725-3B611CE8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NAMENODE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C2526-BE7C-4AE4-A384-686B31D5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SafeMode protegge la fase di avvio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BD1F-6D9D-4087-A712-AC81CD2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3749F-56B1-470A-AA6A-745CEE6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EA664-7EDB-4B31-BC3E-3B77B486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3693E-3B7D-4EB7-8EF1-22BB16E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FsImage + EditLog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430F5-84B9-4AA0-9BB8-4874052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17261-2B5E-4A27-9AC5-37898952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2B8BE-6534-4F84-BE25-9AA91D01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BlockReport dai DataNode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64DF-408C-4753-A24F-FE00938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D7288-E3CF-43C7-A545-2D1E8953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99BC3-F515-4D5A-BE4A-3ECD844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blocchi sufficientemente replicati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E544-2B72-4AE4-90DC-919ADF1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ED164-66C9-4D17-A603-C78455B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LEAVE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43466-CCB3-4CB1-B06F-A93A72BA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riprende modifiche e replica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2573F-7B5A-4B42-A6C5-6975705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81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In SafeMode il cluster è sostanzialmente read-only.</a:t>
            </a:r>
          </a:p>
        </p:txBody>
      </p:sp>
    </p:spTree>
    <p:extLst>
      <p:ext uri="{BB962C8B-B14F-4D97-AF65-F5344CB8AC3E}">
        <p14:creationId xmlns:p14="http://schemas.microsoft.com/office/powerpoint/2010/main" val="1027960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8A54E-669C-4167-81A0-A7C9474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NAMENODE HIGH AVAILABILITY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FF6D-7FFD-47FE-A46C-72BD072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replica dei blocchi non rende il NameNode immortale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59648-A7C6-446E-AD99-3CBA0EB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76F39-23D9-4FF5-B88E-BBF00E6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39BC-A636-46D7-B2F9-29B57EC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FEA2B-DD9B-43A8-BE49-10CE0AB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0B113-31A8-4BA9-A80E-D95004D7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277A8-0C31-4497-B8E6-6399CA7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BLOCK REPLICATION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ECE0C-DA68-44A9-8D0F-319C4F1B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Protegge le copie del payload sui DataNode. Non duplica automaticamente l’autorità del namespace.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6C213-9D93-433A-983C-454E0B0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NAMENODE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24A77-DAFE-41D4-8009-21805C25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Active/Standby, JournalNodes e failover proteggono il control plane in una topologia di produzione.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4C9B8-A54D-47A6-8121-62C9605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197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Data durability e metadata availability sono problemi distinti.</a:t>
            </a:r>
          </a:p>
        </p:txBody>
      </p:sp>
    </p:spTree>
    <p:extLst>
      <p:ext uri="{BB962C8B-B14F-4D97-AF65-F5344CB8AC3E}">
        <p14:creationId xmlns:p14="http://schemas.microsoft.com/office/powerpoint/2010/main" val="5293634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97D0B9-D287-4161-9A4B-42D2FA57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FAILURE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A09B2-99DD-404D-AF5A-9AE08A95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HDFS distingue guasti differenti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4A891-9764-465D-81CA-8269BF54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EF6FA-1FD1-4082-A1A2-3780BB0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E908B-972E-4298-A480-CF9B5F60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AC804-0593-4F2E-8BD7-B616D2DC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29F3B-AB35-4D09-8853-F9B1F63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replica + checksum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4CFC6-7045-4DA5-B348-0FE33A1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settori o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C812E-7FC0-46C2-B4CD-365A92E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18B50-8487-485E-9E90-BA72EEA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4316C-FA65-40F4-9413-21D5F281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DATANODE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BE319-9358-4092-BEB6-3700158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heartbeat + re-replica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27B57-D2B5-4CCC-AEBE-6E54121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processo o host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A5BE1-0760-4C56-9FA1-478ABC5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C9933-434B-4C11-932C-01725FF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DF72E-79F6-4B1C-88C8-BE9C0A64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86715-D34B-44F7-882A-F904AB36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timeout + alternate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F0A16-8B07-42F7-BE3F-BF94F911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partizione o perdita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322D0-D376-4E15-80F0-6AD8A6DC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F5139-A3FC-474F-8F73-A1A1E411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05554-0761-444A-B2D1-DF3A3FF1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NAMENODE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06A6D-5A1E-4EA2-856D-4C765BC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HA + metadata copies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5019E-95D9-4DEE-A911-DC49187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control plane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3257E-414E-4A43-BCB0-B013650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60400-CE13-4CCC-9B90-35BBDB5A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CBC51-63EE-401B-8673-B4490FFC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0DA98-F0B7-43F5-BD1A-AF916D53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rack-aware placement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D8EA1-5454-4C89-8703-1C5E065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switch o alimentazione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AB1B1-12C4-4121-A909-7417881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234BC-FAD1-49C7-9E5A-15E24354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DAB0B-52E7-4081-AF19-A5E2C30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HUMAN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25AB5-7A31-4DC8-8B1D-381DD15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snapshot + backup + 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B811F7-94E0-4C97-A8D8-D34A931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delete / bad data</a:t>
            </a:r>
          </a:p>
        </p:txBody>
      </p:sp>
    </p:spTree>
    <p:extLst>
      <p:ext uri="{BB962C8B-B14F-4D97-AF65-F5344CB8AC3E}">
        <p14:creationId xmlns:p14="http://schemas.microsoft.com/office/powerpoint/2010/main" val="10453494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2F8C8-30F9-41B3-A075-A5D671A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B72A-DE90-41DC-84D1-DF50C663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Senza heartbeat, un DataNode diventa “dead”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E4573-6710-4214-89CC-5804A21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EB8B2-1622-442C-A95C-0503939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t0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BA8C3-82D2-463D-8E63-5322730F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19375"/>
            <a:ext cx="714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E8682-9A12-47A4-9B9F-4FFA10C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56F4A-37D5-4C60-AF1E-0CB213AC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4DF7C-2AC6-40AF-A169-5D64F58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ED00-6AFE-496E-AD27-FCA84E58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B18CF-A199-4C0E-B125-84543D1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908AF-76C8-4040-955A-495AFBDB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heartbeat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FD930-59C4-4766-8D03-6192DED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5A5A"/>
                </a:solidFill>
              </a:defRPr>
            </a:pPr>
            <a:r>
              <a:rPr sz="1275" b="1">
                <a:solidFill>
                  <a:srgbClr val="EF5A5A"/>
                </a:solidFill>
              </a:rPr>
              <a:t>silenzio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ADD32-B22E-44AE-891B-BA6C41C6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F5A5A"/>
                </a:solidFill>
              </a:defRPr>
            </a:pPr>
            <a:r>
              <a:rPr sz="2700" b="1">
                <a:solidFill>
                  <a:srgbClr val="EF5A5A"/>
                </a:solidFill>
              </a:rPr>
              <a:t>DEAD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30558-CB01-4917-955C-33324B7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338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Il timeout predefinito è prudente; nel laboratorio sarà abbreviato.</a:t>
            </a:r>
          </a:p>
        </p:txBody>
      </p:sp>
    </p:spTree>
    <p:extLst>
      <p:ext uri="{BB962C8B-B14F-4D97-AF65-F5344CB8AC3E}">
        <p14:creationId xmlns:p14="http://schemas.microsoft.com/office/powerpoint/2010/main" val="17897071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EB301-8CF7-4819-B9CB-986B1B76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UNDER-REPLICATION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D9320-1D7A-4EA9-A977-5A9A3D0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nodo morto può creare blocchi sotto-replicati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E5C90-5E9A-48BC-A7A3-A8881937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91619-94BB-43EB-A85A-D4B8F88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PRIMA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83D76-23F2-4924-ADE3-FB492B2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DOPO DN2 OFFLINE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1585-8A91-41C4-95D9-1FF9A11D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A0C90-A1F5-4E78-B46B-F7C9AD3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2FC82-CCFD-4589-9142-D9C976D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 •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39FC2-AF4C-4DD1-91ED-C98840A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AE4E9-B61D-410A-B137-B655639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71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EC21A-016C-4AD9-AD31-CA40FF2A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3370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 •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CC896-BF7F-4CFB-AC25-F107287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1235-7608-4CE1-BBFB-A7F88D43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CA960-F017-4883-A4C2-2C4F28F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B •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56EAB-5DC7-4F52-B922-083A0E4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E147B-28D0-440D-B84D-80323F5C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71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73D51-14AD-43E6-B7FB-9436D975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3370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 •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95B49-F635-43B4-9E5E-2CC8BCF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D9A5A-807A-4A3D-9BB2-67A33B0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3BBE8-8B18-42EB-983B-34D24A1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OFFLINE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71DBC-7B93-4B2D-80D3-4934710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81250"/>
            <a:ext cx="114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72F20-49DA-4E11-81BE-2EF7212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5717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DN3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E4BA0-DD67-4CAB-BE37-AC6E6A9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933700"/>
            <a:ext cx="83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B •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50F49-09A5-472E-B7B3-0432B36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F5A5A"/>
                </a:solidFill>
              </a:defRPr>
            </a:pPr>
            <a:r>
              <a:rPr sz="1950" b="1">
                <a:solidFill>
                  <a:srgbClr val="EF5A5A"/>
                </a:solidFill>
              </a:rPr>
              <a:t>A e C hanno ora una sola copia invece di due.</a:t>
            </a:r>
          </a:p>
        </p:txBody>
      </p:sp>
    </p:spTree>
    <p:extLst>
      <p:ext uri="{BB962C8B-B14F-4D97-AF65-F5344CB8AC3E}">
        <p14:creationId xmlns:p14="http://schemas.microsoft.com/office/powerpoint/2010/main" val="9778498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0C43E-8F8A-42AF-80F6-149BCD69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AUTOMATIC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63B06-08C2-415A-9595-5964270E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NameNode ordina la re-replication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90AD9-29D2-4B7A-BE93-3BF2B36D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360A9-5D1F-466E-BE75-ED5F99DC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40784-40E6-4D2B-9694-4F53FD2E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16E32-B589-4A92-92C3-8D9F368F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47950"/>
            <a:ext cx="1790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A e C &lt; RF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A46D7-5E4D-44E6-9428-8337515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09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DE86A-73F2-4E75-856B-6051030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4EE3E-5A4C-4B4D-BA04-DF6EC521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66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copy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02738-9D14-40BC-B897-10A2700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4F5A0-E0E8-4D0E-BC9A-AAEB682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ED609-02BE-4139-82FD-855CC00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47950"/>
            <a:ext cx="1790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A •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A42D4-8C71-49A7-BE4C-FDCFE5F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3051E-A265-4F63-B474-04626CE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1A745-57BC-4EA5-8F60-2127E7E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66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A → DN3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2D14A-6EAF-4C51-A610-ADEB810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5081C-B368-4DC0-BA33-DBF2FF9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DN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F0491-1E3E-42B4-BE69-7554035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47950"/>
            <a:ext cx="1790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 • C •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63A38-F358-493E-8C3F-BE73F74B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Il blocco viene copiato da una replica viva a un target idoneo.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25521-E7DC-46B4-8BCE-A4EBD42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0062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D4DE"/>
                </a:solidFill>
              </a:defRPr>
            </a:pPr>
            <a:r>
              <a:rPr sz="1575" b="1">
                <a:solidFill>
                  <a:srgbClr val="C8D4DE"/>
                </a:solidFill>
              </a:rPr>
              <a:t>Recovery per blocco, senza riscrivere l’intero file.</a:t>
            </a:r>
          </a:p>
        </p:txBody>
      </p:sp>
    </p:spTree>
    <p:extLst>
      <p:ext uri="{BB962C8B-B14F-4D97-AF65-F5344CB8AC3E}">
        <p14:creationId xmlns:p14="http://schemas.microsoft.com/office/powerpoint/2010/main" val="14623434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9755A-A300-4921-A719-05F63A0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AA0AA-F834-48AA-8780-398F5BB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Re-replication e balancer risolvono problemi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95B8C-C117-4BB7-8D5C-6952CC8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13804-2676-4D3A-95EF-E9657618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B04EF-DE8C-4F64-94B9-C0F97044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629C2-C8F7-4822-9562-EC2EE6E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EDDC9-BE05-4D33-9292-0D27A078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FCAA4-0B75-49FA-8065-658CFBA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RE-REPLICATION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E5CF1-BC9D-478C-94AD-23DC489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Ripristina il numero o il placement desiderato delle copie dopo perdita, corruzione o modifica del replication factor.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4924D-DA90-48E0-A5D9-364BADF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BALANCER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BDC6D-EB58-46B8-A1F7-6EC76F2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Riduce squilibri di utilizzo tra DataNode spostando blocchi nel rispetto delle policy.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91624-2FBE-4339-BC90-C95C8E61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Salute delle copie ≠ uniformità dello spazio.</a:t>
            </a:r>
          </a:p>
        </p:txBody>
      </p:sp>
    </p:spTree>
    <p:extLst>
      <p:ext uri="{BB962C8B-B14F-4D97-AF65-F5344CB8AC3E}">
        <p14:creationId xmlns:p14="http://schemas.microsoft.com/office/powerpoint/2010/main" val="20750546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2ABF-7FDC-4EB8-95AD-AB7BF850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 PROTECTION • MITO DA CORREGGERE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4B236-88CE-484F-BEF8-B608AB6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Replica non significa 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0E3A1-A257-452E-BD4C-5258E15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779E9-C367-449D-8F44-CCEA2DA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8329F-DF86-4BCB-9D5E-CB81F4F8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Se un utente cancella un file o un’applicazione scrive dati sbagliati, HDFS può replicare perfettamente l’errore. Durabilità, versioning e recupero logico richiedono strategie diverse.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82B1E-9540-4928-9D81-9CBC723C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121856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43094B-A9B2-4B52-BA96-14D394A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56DE0-6AB5-42D0-A564-2674D97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Tre superfici raccontano lo stato di HDFS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550A3-6B0C-4663-B768-8990018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E8204-F739-4FC5-9A01-FA7DA4B2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1AD5-F768-4135-9CFA-BBF767B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9331-CCF5-4D61-A361-39C5E1F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NAMENODE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639AD-4F1E-444A-99B3-2D2A614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live/dead •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1F6D7-AB7C-4C1F-A66C-70AC4FA1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localhost:9870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D3398-0251-431E-8EA0-F04CBD73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B68DF-C658-4D32-A28D-9AAC1AF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D255-4509-465D-AFE0-300CE3C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DFSADMIN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DC638-A565-43DD-84A9-01637745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nodi • uso • blocchi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961A8-17C9-44F5-8508-E084D36F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hdfs dfsadmin -report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CB98D-C44C-4CF7-B66B-9B675419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4990B-67DD-4529-9439-6DC17B5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55B30-729B-4464-A371-E95CEAB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FSCK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F929F-A76D-4DB7-9DC2-20BC221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health • replica • 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FEE22-9CAF-4B1A-86E8-5A67C14F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hdfs fsck /path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730D9-B4A0-4434-8275-8114AAD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CE67B-4F19-478D-BF47-030DCDB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B333D-283F-420B-8D22-8DB799C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7E1A2-8A5D-4505-9AC1-E8B5D4C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startup • errori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88676-0FD0-4EC1-811E-B3CA971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docker compose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53518B-9C5B-4585-87A8-0695229B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0B33B-176C-4FD4-8A37-8500F94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CEFB2-7078-4612-BBCC-7570F1E9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FS SHELL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63D4F-30EB-4F57-8092-7C22A275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namespace • contenuto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3A4A7-B767-4C7E-94BE-2B65F2F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hdfs dfs -ls/-cat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2D3CC-C8DD-4491-993F-A6A6689F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9B98B1-0F89-4AA3-AF4A-C4F7E53D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20273-296F-4E35-9A86-7370EB7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CHECKSUM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7CF80-FA8B-4993-9BD4-19D0A30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identità del 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6DC5D-A4BB-4EB9-8172-048315C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2819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hdfs dfs -checksum</a:t>
            </a:r>
          </a:p>
        </p:txBody>
      </p:sp>
    </p:spTree>
    <p:extLst>
      <p:ext uri="{BB962C8B-B14F-4D97-AF65-F5344CB8AC3E}">
        <p14:creationId xmlns:p14="http://schemas.microsoft.com/office/powerpoint/2010/main" val="11161312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1EE6EC-84D7-4F17-915D-E71BEF00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COMMAND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AC1ED-C039-4E7A-94AB-C942555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shell HDFS usa verbi familiari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9A1FF-259B-4363-B562-43C9AE9E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354C4-71DC-49D7-B30E-E023A61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F306A-2D7E-4DFA-B958-05DD7F7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9AFBD-5C5B-4EDB-9D15-D779C34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76375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CD0EC-C967-4741-8495-FE8C7952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97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278DE-AA04-4B9B-9996-85E8A95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76375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F5C5-08E6-4F0E-8B4B-88565E4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972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Prova prodotta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979FE-EBE9-4793-9FF9-3B79E5A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716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262A-AA3F-415C-AF0C-0E8E0EA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050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Creare directory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ED5C5-D114-4A94-94AF-153A497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7167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A51C8-D79B-4109-88D0-EC9BDC1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050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 -mkdir -p /dataflix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90EDC-F859-4E16-AD98-39971B5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B0C00-B81F-4E8A-8E5E-DB2D602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0502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namespace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9F95E-4A0C-473E-874F-6C152300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384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342DF-FD91-440D-98E7-C25E74D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717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Caricare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F49D0-D260-4DCF-9BC1-3E60F94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3842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6F864-3FC8-4B56-A8DA-367707C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717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 -put file /dataflix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23C16-C3BE-45D2-A199-7DE4E8E8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3842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BC770-7678-4995-A9E3-6483E036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717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blocchi creati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B0759-7A26-4E35-83A3-52CD7217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051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909FF-6730-4B21-96D3-F28E538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Leggere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4B05E-DF9C-4ABE-8FBF-E357A9F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0517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BC88F-FA94-4B64-8616-35743C9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385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 -cat /path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1CF1A-6B99-4929-9986-78FC00B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0517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29F6B-4178-4625-8C4A-815EB5E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3852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payload accessibile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2F71F-0E31-46C2-8060-A6A1979B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719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D8F3F-22D0-4753-9274-BAA2F9B5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052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Scaricare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BCC33-BC81-44DE-B7B2-134982D3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7192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EFA3D3-9A1C-4702-9B56-6C86FB7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1052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 -get /path 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3B176-F57D-41B1-881C-0778A42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7192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B666AD-9D11-4109-9C2F-F213AB3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052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copia locale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878A00-C639-433B-8D1E-D4D7E65E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A7BFB-AE40-4171-A2A0-EF6994D4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720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Controllare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91F42D-95C9-4BB0-A0C5-A7CDF7E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EB511E-8817-4B9A-AF19-BBA6078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7720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fsck /path -blocks -locations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46B14-E776-475C-9D76-6E4D1B6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3867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F05A3-D22D-4D50-9EF5-C571351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7202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replica e placement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91D613-2B4A-4C3C-861C-A0E04CA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85EBEC-258E-48FB-9320-65005AAB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387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Amministrare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05C200-D157-4D46-A32E-826E750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0542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897F22-AEA7-4F51-8CE9-BB032B36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387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dfsadmin -report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A63C14-68D9-418C-94E8-20ADA94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05425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D1B866-FED3-4DF1-9F76-F2CB9FF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stato DataNode</a:t>
            </a:r>
          </a:p>
        </p:txBody>
      </p:sp>
    </p:spTree>
    <p:extLst>
      <p:ext uri="{BB962C8B-B14F-4D97-AF65-F5344CB8AC3E}">
        <p14:creationId xmlns:p14="http://schemas.microsoft.com/office/powerpoint/2010/main" val="20098293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D1F58-C2EF-46EA-A1D0-4C9FCA2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TOPOLOGIA • RF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1030C-E74B-4539-8D14-7ADF311E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Laboratorio: un NameNode e tre DataNode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7788F-45AD-4BC2-8E6A-F9E1DB2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917D1-F967-4C5F-AD57-9048797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23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B06C6-FE5C-42E7-B4C2-08980324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573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D5718-8764-4DCB-8B18-AB14719E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metadata • UI 9870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171CB-C808-4D38-B7DB-4608BDA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4200"/>
            <a:ext cx="752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5506-22F1-4986-A348-1EFACC88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52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7AAC7-4726-439A-8DD1-6C878839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81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DDE3"/>
                </a:solidFill>
              </a:defRPr>
            </a:pPr>
            <a:r>
              <a:rPr sz="1050" b="1">
                <a:solidFill>
                  <a:srgbClr val="D8DDE3"/>
                </a:solidFill>
              </a:rPr>
              <a:t>heartbeats + block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CED3-D478-4E36-927B-4AE1C5F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2619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BC22B-D19C-4B2B-AD4D-34A28680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671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A0342-75F8-4A9A-A33B-48B2B50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29075"/>
            <a:ext cx="23145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blocks •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C674E-77A6-4649-B15B-A0A92BE1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19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7C3D1-E67E-4267-A411-A17806F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671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0DA99-92BA-4343-9DBB-B788BAC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29075"/>
            <a:ext cx="23145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target del guasto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D1333-107A-4C77-9E11-AA06FB4F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2619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F5499-F3D3-4E96-982A-1349248C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671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1D846-DEC7-41AD-9072-3BB4949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29075"/>
            <a:ext cx="23145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blocks • 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B919F-4B7A-4BB7-8C72-6DAA3E5C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D4DE"/>
                </a:solidFill>
              </a:defRPr>
            </a:pPr>
            <a:r>
              <a:rPr sz="1575" b="1">
                <a:solidFill>
                  <a:srgbClr val="C8D4DE"/>
                </a:solidFill>
              </a:rPr>
              <a:t>Block size 1 MB • replication 2 • timeout ridotto solo per il lab</a:t>
            </a:r>
          </a:p>
        </p:txBody>
      </p:sp>
    </p:spTree>
    <p:extLst>
      <p:ext uri="{BB962C8B-B14F-4D97-AF65-F5344CB8AC3E}">
        <p14:creationId xmlns:p14="http://schemas.microsoft.com/office/powerpoint/2010/main" val="17654995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45CB4-B9CA-4AFE-927F-CEDC502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ESPERIMENTO CONTROLLATO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83A3C-7CE7-4451-BD9A-045E880B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“Kill the Node” separa detection e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55AE-4BED-4774-8E25-ECBD5CF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53B33-CF32-4BDE-A2D2-721ADFFD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815F-E972-42B1-99CE-855B548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FREEZE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55DBD-4329-448C-BDCD-18B2775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entrare manualmente in SafeMode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19241-65B3-4A64-BBD9-6255951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B96A5-5FC2-4CD4-843A-75F8DE6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CCCE2-B385-47C3-B153-1815E16A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fermare DataNode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E41C8-1EC8-4E4B-B8D5-62CD10F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CAB44-C375-4018-8116-875697E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48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87D58-EFF9-4547-A43E-B0FA815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dead node + under-replicated 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4F8A-0C55-49B1-9DAE-AF375528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FCC2E-B761-4826-BE56-589B670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750E9-F5F5-474D-9BDF-C4F7DC0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uscire da SafeMode e attendere le copie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F0329-9638-4438-A453-74D08C3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C2C4E-4C28-43EE-8649-0C7A9517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183DD-2356-4E28-9045-A495D953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file leggibile + fsck healthy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3DE7D-8580-4351-8BBE-DC4B3C9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Prima osserviamo il problema; poi lasciamo agire HDFS.</a:t>
            </a:r>
          </a:p>
        </p:txBody>
      </p:sp>
    </p:spTree>
    <p:extLst>
      <p:ext uri="{BB962C8B-B14F-4D97-AF65-F5344CB8AC3E}">
        <p14:creationId xmlns:p14="http://schemas.microsoft.com/office/powerpoint/2010/main" val="162346674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202FA-9759-4736-B49B-0681944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EVIDENZE, NON IMPRESSIONI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32C19-94DD-4833-B533-23524793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laboratorio supera sei evidenze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1A9BB-AFEB-4AAB-9110-4D50E07C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82AA2-F0BD-48A7-99E8-F361A72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Tre DataNode LIVE prima del guasto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E728A-C900-42DC-93DA-4E6D3D24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2. File diviso in più blocchi con RF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ED532-B6E7-4701-813C-C199DC5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DataNode 2 rilevato DEAD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191DE-8D45-4EF9-A62B-B6FA279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Blocchi sotto-replicati durante SafeMode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D5E1A-3186-4639-9E3A-7379F103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Re-replication dopo SafeMode leave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2C190-0B7B-46F7-8158-50601C9F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6. File leggibile e cluster ripristinato</a:t>
            </a:r>
          </a:p>
        </p:txBody>
      </p:sp>
    </p:spTree>
    <p:extLst>
      <p:ext uri="{BB962C8B-B14F-4D97-AF65-F5344CB8AC3E}">
        <p14:creationId xmlns:p14="http://schemas.microsoft.com/office/powerpoint/2010/main" val="14539859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240B2-0F1C-4918-9884-EF6C92A0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CHIUSURA • HDFS → MAPREDUCE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E0509-39C5-4191-A69A-45C8D3F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fault tolerance diventa osservabile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34A46-2D71-4717-93E7-4EBEFA41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1620D-3083-41F4-B78B-D4A6C8A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299CD-2382-46E0-8A60-7B1598A8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Un nodo può morire senza distruggere il file perché HDFS distingue metadata, blocchi, copie e recovery. Nella prossima lezione useremo quei blocchi come input parallelo per MapReduce.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6AA6A-A4A1-4F01-8625-8AC8AF0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30987-1981-4F97-B827-DE557CD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MAP → SHUFFLE → REDUCE</a:t>
            </a:r>
          </a:p>
        </p:txBody>
      </p:sp>
    </p:spTree>
    <p:extLst>
      <p:ext uri="{BB962C8B-B14F-4D97-AF65-F5344CB8AC3E}">
        <p14:creationId xmlns:p14="http://schemas.microsoft.com/office/powerpoint/2010/main" val="1119258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2026-09-03T23:12:33.7080000Z</dcterms:created>
  <dcterms:modified xsi:type="dcterms:W3CDTF">2026-09-03T23:12:33.7080000Z</dcterms:modified>
</coreProperties>
</file>